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上机练习题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习题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571365"/>
          </a:xfrm>
        </p:spPr>
        <p:txBody>
          <a:bodyPr>
            <a:normAutofit lnSpcReduction="20000"/>
          </a:bodyPr>
          <a:p>
            <a:pPr marL="0" indent="0">
              <a:lnSpc>
                <a:spcPct val="150000"/>
              </a:lnSpc>
              <a:buNone/>
            </a:pPr>
            <a:r>
              <a:rPr lang="zh-CN" altLang="en-US" sz="2400"/>
              <a:t>编写函数，形成n阶杨辉三角形。在主函数中调用该函数，形成杨辉三角形，并输出结果。</a:t>
            </a:r>
            <a:endParaRPr lang="zh-CN" altLang="en-US" sz="2400"/>
          </a:p>
          <a:p>
            <a:pPr marL="0" indent="0">
              <a:lnSpc>
                <a:spcPct val="150000"/>
              </a:lnSpc>
              <a:buNone/>
            </a:pPr>
            <a:endParaRPr lang="zh-CN" altLang="en-US" sz="900"/>
          </a:p>
          <a:p>
            <a:pPr marL="0" indent="0">
              <a:buNone/>
            </a:pPr>
            <a:r>
              <a:rPr lang="zh-CN" altLang="en-US" sz="2000"/>
              <a:t>样例输入：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5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样例输出：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1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1 1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1 2 1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1 3 3 1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1 4 6 4 1</a:t>
            </a:r>
            <a:endParaRPr lang="zh-CN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习题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1263015"/>
          </a:xfrm>
        </p:spPr>
        <p:txBody>
          <a:bodyPr>
            <a:normAutofit fontScale="50000"/>
          </a:bodyPr>
          <a:p>
            <a:pPr marL="0" indent="0" algn="l">
              <a:lnSpc>
                <a:spcPct val="150000"/>
              </a:lnSpc>
              <a:buNone/>
            </a:pPr>
            <a:r>
              <a:rPr lang="zh-CN" altLang="en-US" sz="4800">
                <a:sym typeface="+mn-ea"/>
              </a:rPr>
              <a:t>给定正整数n，按照如下规则输出对称倒三角形：第一行由2n个*组成，之后每行都比上一行减少两个*，直到只剩下两个为止。</a:t>
            </a:r>
            <a:endParaRPr lang="zh-CN" altLang="en-US" sz="4800"/>
          </a:p>
          <a:p>
            <a:pPr marL="0" indent="0">
              <a:lnSpc>
                <a:spcPct val="150000"/>
              </a:lnSpc>
              <a:buNone/>
            </a:pPr>
            <a:endParaRPr lang="zh-CN" altLang="en-US" sz="900"/>
          </a:p>
          <a:p>
            <a:pPr marL="0" indent="0">
              <a:lnSpc>
                <a:spcPct val="150000"/>
              </a:lnSpc>
              <a:buNone/>
            </a:pPr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25195" y="2910840"/>
            <a:ext cx="2065020" cy="3469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习题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3329940"/>
          </a:xfrm>
        </p:spPr>
        <p:txBody>
          <a:bodyPr>
            <a:normAutofit fontScale="65000"/>
          </a:bodyPr>
          <a:p>
            <a:pPr marL="0" indent="0" algn="l">
              <a:lnSpc>
                <a:spcPct val="150000"/>
              </a:lnSpc>
              <a:buNone/>
            </a:pPr>
            <a:r>
              <a:rPr lang="zh-CN" altLang="en-US" sz="3690">
                <a:sym typeface="+mn-ea"/>
              </a:rPr>
              <a:t>求两个正整数的最大公约数。</a:t>
            </a:r>
            <a:endParaRPr lang="zh-CN" altLang="en-US" sz="4800"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样例输入：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12 15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样例输出：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3</a:t>
            </a:r>
            <a:endParaRPr lang="zh-CN" altLang="en-US" sz="3100"/>
          </a:p>
          <a:p>
            <a:pPr marL="0" indent="0">
              <a:lnSpc>
                <a:spcPct val="150000"/>
              </a:lnSpc>
              <a:buNone/>
            </a:pPr>
            <a:endParaRPr lang="zh-CN" altLang="en-US" sz="900"/>
          </a:p>
          <a:p>
            <a:pPr marL="0" indent="0">
              <a:lnSpc>
                <a:spcPct val="150000"/>
              </a:lnSpc>
              <a:buNone/>
            </a:pPr>
            <a:endParaRPr lang="zh-CN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习题</a:t>
            </a:r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3068955"/>
          </a:xfrm>
        </p:spPr>
        <p:txBody>
          <a:bodyPr>
            <a:normAutofit fontScale="65000"/>
          </a:bodyPr>
          <a:p>
            <a:pPr marL="0" indent="0" algn="l">
              <a:lnSpc>
                <a:spcPct val="150000"/>
              </a:lnSpc>
              <a:buNone/>
            </a:pPr>
            <a:r>
              <a:rPr lang="zh-CN" altLang="en-US" sz="3690">
                <a:sym typeface="+mn-ea"/>
              </a:rPr>
              <a:t>求两个正整数的最小公倍数。</a:t>
            </a:r>
            <a:endParaRPr lang="zh-CN" altLang="en-US" sz="3690"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样例输入：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12 15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样例输出：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3100"/>
              <a:t>60</a:t>
            </a:r>
            <a:endParaRPr lang="zh-CN" altLang="en-US" sz="3100"/>
          </a:p>
          <a:p>
            <a:pPr marL="0" indent="0">
              <a:lnSpc>
                <a:spcPct val="150000"/>
              </a:lnSpc>
              <a:buNone/>
            </a:pPr>
            <a:endParaRPr lang="zh-CN" altLang="en-US" sz="900"/>
          </a:p>
          <a:p>
            <a:pPr marL="0" indent="0">
              <a:lnSpc>
                <a:spcPct val="150000"/>
              </a:lnSpc>
              <a:buNone/>
            </a:pPr>
            <a:endParaRPr lang="zh-CN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习题</a:t>
            </a:r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3456940"/>
          </a:xfrm>
        </p:spPr>
        <p:txBody>
          <a:bodyPr>
            <a:normAutofit fontScale="75000"/>
          </a:bodyPr>
          <a:p>
            <a:pPr marL="0" indent="0" algn="l">
              <a:lnSpc>
                <a:spcPct val="150000"/>
              </a:lnSpc>
              <a:buNone/>
            </a:pPr>
            <a:r>
              <a:rPr lang="zh-CN" altLang="en-US" sz="3200">
                <a:sym typeface="+mn-ea"/>
              </a:rPr>
              <a:t>输入一个十进制正整数，将其转化为二进制形式输出。</a:t>
            </a:r>
            <a:endParaRPr lang="zh-CN" altLang="en-US" sz="3200"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样例输入：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33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样例输出：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100001</a:t>
            </a:r>
            <a:endParaRPr lang="zh-CN" altLang="en-US" sz="3100"/>
          </a:p>
          <a:p>
            <a:pPr marL="0" indent="0">
              <a:lnSpc>
                <a:spcPct val="150000"/>
              </a:lnSpc>
              <a:buNone/>
            </a:pPr>
            <a:endParaRPr lang="zh-CN" altLang="en-US" sz="900"/>
          </a:p>
          <a:p>
            <a:pPr marL="0" indent="0">
              <a:lnSpc>
                <a:spcPct val="150000"/>
              </a:lnSpc>
              <a:buNone/>
            </a:pPr>
            <a:endParaRPr lang="zh-CN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习题</a:t>
            </a:r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803140"/>
          </a:xfrm>
        </p:spPr>
        <p:txBody>
          <a:bodyPr>
            <a:normAutofit fontScale="60000"/>
          </a:bodyPr>
          <a:p>
            <a:pPr marL="0" indent="0" algn="l">
              <a:lnSpc>
                <a:spcPct val="150000"/>
              </a:lnSpc>
              <a:buNone/>
            </a:pPr>
            <a:r>
              <a:rPr lang="zh-CN" altLang="en-US" sz="4000">
                <a:sym typeface="+mn-ea"/>
              </a:rPr>
              <a:t>绘制边长为n的正方形，其四个角用“+”，横边用“-”，竖边用“|”表示。当边长为n时，“-”有2n-1个，“|”有n-1个。</a:t>
            </a:r>
            <a:endParaRPr lang="zh-CN" altLang="en-US" sz="4000"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样例输入：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3100"/>
              <a:t>2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样例输出：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+---+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|---|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+---+</a:t>
            </a:r>
            <a:endParaRPr lang="zh-CN" altLang="en-US" sz="3100"/>
          </a:p>
          <a:p>
            <a:pPr marL="0" indent="0">
              <a:lnSpc>
                <a:spcPct val="150000"/>
              </a:lnSpc>
              <a:buNone/>
            </a:pPr>
            <a:endParaRPr lang="zh-CN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习题</a:t>
            </a:r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7490"/>
            <a:ext cx="10515600" cy="3314700"/>
          </a:xfrm>
        </p:spPr>
        <p:txBody>
          <a:bodyPr>
            <a:normAutofit fontScale="60000"/>
          </a:bodyPr>
          <a:p>
            <a:pPr marL="0" indent="0" algn="l">
              <a:lnSpc>
                <a:spcPct val="150000"/>
              </a:lnSpc>
              <a:buNone/>
            </a:pPr>
            <a:r>
              <a:rPr lang="zh-CN" altLang="en-US" sz="4000">
                <a:sym typeface="+mn-ea"/>
              </a:rPr>
              <a:t>程序接收用户输入的行数n，输出n行的反菱形，其中输入n为奇数，程序无需对n是否为奇数进行检查。</a:t>
            </a:r>
            <a:endParaRPr lang="zh-CN" altLang="en-US" sz="4000"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样例输入：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3100"/>
              <a:t>7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样例输出：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31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40" y="4487545"/>
            <a:ext cx="934085" cy="19805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习题</a:t>
            </a:r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7490"/>
            <a:ext cx="10515600" cy="3603625"/>
          </a:xfrm>
        </p:spPr>
        <p:txBody>
          <a:bodyPr>
            <a:normAutofit fontScale="60000"/>
          </a:bodyPr>
          <a:p>
            <a:pPr marL="0" indent="0" algn="l">
              <a:lnSpc>
                <a:spcPct val="150000"/>
              </a:lnSpc>
              <a:buNone/>
            </a:pPr>
            <a:r>
              <a:rPr lang="zh-CN" altLang="en-US" sz="4000">
                <a:sym typeface="+mn-ea"/>
              </a:rPr>
              <a:t>输入一个整数n，求出Fibonacci数列中不大于n的最大的一个数，其中Fibonacci数列的定义为F（0）=0；F（n）=F（n-1）+ F（n-2）。</a:t>
            </a:r>
            <a:endParaRPr lang="zh-CN" altLang="en-US" sz="4000"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样例输入：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3100"/>
              <a:t>5000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样例输出：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3100"/>
              <a:t>4181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3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习题</a:t>
            </a:r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7490"/>
            <a:ext cx="10515600" cy="3603625"/>
          </a:xfrm>
        </p:spPr>
        <p:txBody>
          <a:bodyPr>
            <a:normAutofit fontScale="60000"/>
          </a:bodyPr>
          <a:p>
            <a:pPr marL="0" indent="0" algn="l">
              <a:lnSpc>
                <a:spcPct val="150000"/>
              </a:lnSpc>
              <a:buNone/>
            </a:pPr>
            <a:r>
              <a:rPr lang="zh-CN" altLang="en-US" sz="4000">
                <a:sym typeface="+mn-ea"/>
              </a:rPr>
              <a:t>从键盘读入两个整数，分别赋值给变量a，b，计算这两个整数加，减，乘，除的结果。若除数为0，则输出error。</a:t>
            </a:r>
            <a:endParaRPr lang="zh-CN" altLang="en-US" sz="4000"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样例输入：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3100"/>
              <a:t>2 8</a:t>
            </a:r>
            <a:endParaRPr 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样例输出：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10 -6 16 0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3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习题</a:t>
            </a:r>
            <a:r>
              <a:rPr lang="en-US" altLang="zh-CN"/>
              <a:t>10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7490"/>
            <a:ext cx="10942955" cy="3854450"/>
          </a:xfrm>
        </p:spPr>
        <p:txBody>
          <a:bodyPr>
            <a:normAutofit fontScale="70000"/>
          </a:bodyPr>
          <a:p>
            <a:pPr marL="0" indent="0" algn="l">
              <a:lnSpc>
                <a:spcPct val="150000"/>
              </a:lnSpc>
              <a:buNone/>
            </a:pPr>
            <a:r>
              <a:rPr lang="zh-CN" altLang="en-US" sz="3430">
                <a:sym typeface="+mn-ea"/>
              </a:rPr>
              <a:t>期末考试每一科的百分制成绩出来了，语文、数学、英语的成绩分别为a，b，c，现在老师让班长小明把同学们成绩转换成ABCDE五个等级，并计算平均分。</a:t>
            </a:r>
            <a:endParaRPr lang="zh-CN" altLang="en-US" sz="3430"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>
                <a:sym typeface="+mn-ea"/>
              </a:rPr>
              <a:t>样例输入：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3100"/>
              <a:t>80 92 83</a:t>
            </a:r>
            <a:endParaRPr 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>
                <a:sym typeface="+mn-ea"/>
              </a:rPr>
              <a:t>样例输出：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B A B 85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31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039745"/>
            <a:ext cx="3201670" cy="29324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习题</a:t>
            </a:r>
            <a:r>
              <a:rPr lang="en-US" altLang="zh-CN"/>
              <a:t>11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7490"/>
            <a:ext cx="10515600" cy="3072765"/>
          </a:xfrm>
        </p:spPr>
        <p:txBody>
          <a:bodyPr>
            <a:normAutofit fontScale="60000"/>
          </a:bodyPr>
          <a:p>
            <a:pPr marL="0" indent="0" algn="l">
              <a:lnSpc>
                <a:spcPct val="150000"/>
              </a:lnSpc>
              <a:buNone/>
            </a:pPr>
            <a:r>
              <a:rPr lang="zh-CN" altLang="en-US" sz="4000">
                <a:sym typeface="+mn-ea"/>
              </a:rPr>
              <a:t>输入一个年份，一个月份，输出这个月有几天。</a:t>
            </a:r>
            <a:endParaRPr lang="zh-CN" altLang="en-US" sz="4000"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样例输入：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3100"/>
              <a:t>2024 2</a:t>
            </a:r>
            <a:endParaRPr 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样例输出：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3100"/>
              <a:t>29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31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5045" y="2922270"/>
            <a:ext cx="469519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习题</a:t>
            </a:r>
            <a:r>
              <a:rPr lang="en-US" altLang="zh-CN"/>
              <a:t>12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7490"/>
            <a:ext cx="10515600" cy="3147060"/>
          </a:xfrm>
        </p:spPr>
        <p:txBody>
          <a:bodyPr>
            <a:normAutofit fontScale="60000"/>
          </a:bodyPr>
          <a:p>
            <a:pPr marL="0" indent="0" algn="l">
              <a:lnSpc>
                <a:spcPct val="150000"/>
              </a:lnSpc>
              <a:buNone/>
            </a:pPr>
            <a:r>
              <a:rPr lang="zh-CN" altLang="en-US" sz="4000">
                <a:sym typeface="+mn-ea"/>
              </a:rPr>
              <a:t>输入一个不多于5位的正整数，逆序打印出各位数字。</a:t>
            </a:r>
            <a:endParaRPr lang="zh-CN" altLang="en-US" sz="4000"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样例输入：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3100"/>
              <a:t>12345</a:t>
            </a:r>
            <a:endParaRPr 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样例输出：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3100"/>
              <a:t>5 4 3 2 1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3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习题</a:t>
            </a:r>
            <a:r>
              <a:rPr lang="en-US" altLang="zh-CN"/>
              <a:t>13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7490"/>
            <a:ext cx="10515600" cy="3763010"/>
          </a:xfrm>
        </p:spPr>
        <p:txBody>
          <a:bodyPr>
            <a:normAutofit fontScale="60000"/>
          </a:bodyPr>
          <a:p>
            <a:pPr marL="0" indent="0" algn="l">
              <a:lnSpc>
                <a:spcPct val="150000"/>
              </a:lnSpc>
              <a:buNone/>
            </a:pPr>
            <a:r>
              <a:rPr lang="zh-CN" altLang="en-US" sz="4000">
                <a:sym typeface="+mn-ea"/>
              </a:rPr>
              <a:t>输入一个整数，范围在（0,10000），判断这个整数是不是回文数。是则输出“yes”；否则输出“no”。</a:t>
            </a:r>
            <a:endParaRPr lang="zh-CN" altLang="en-US" sz="4000"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样例输入：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3100"/>
              <a:t>141</a:t>
            </a:r>
            <a:endParaRPr 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3100"/>
              <a:t>样例输出：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3100"/>
              <a:t>yes</a:t>
            </a:r>
            <a:endParaRPr lang="zh-CN" altLang="en-US" sz="3100"/>
          </a:p>
          <a:p>
            <a:pPr marL="0" indent="0" algn="l">
              <a:lnSpc>
                <a:spcPct val="150000"/>
              </a:lnSpc>
              <a:buNone/>
            </a:pPr>
            <a:endParaRPr lang="zh-CN" altLang="en-US" sz="3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525,&quot;width&quot;:3885}"/>
</p:tagLst>
</file>

<file path=ppt/tags/tag2.xml><?xml version="1.0" encoding="utf-8"?>
<p:tagLst xmlns:p="http://schemas.openxmlformats.org/presentationml/2006/main">
  <p:tag name="COMMONDATA" val="eyJoZGlkIjoiMzY1NWMzZGNiZWEyNTM2OTg2MTU1YjVkNzRhYzYwYWIifQ=="/>
  <p:tag name="KSO_WPP_MARK_KEY" val="256fe4ee-6419-4618-9963-8b73758468f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855</Words>
  <Application>WPS 演示</Application>
  <PresentationFormat>宽屏</PresentationFormat>
  <Paragraphs>124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上机练习题</vt:lpstr>
      <vt:lpstr>习题1</vt:lpstr>
      <vt:lpstr>习题2</vt:lpstr>
      <vt:lpstr>习题3</vt:lpstr>
      <vt:lpstr>习题4</vt:lpstr>
      <vt:lpstr>习题5</vt:lpstr>
      <vt:lpstr>习题6</vt:lpstr>
      <vt:lpstr>习题7</vt:lpstr>
      <vt:lpstr>习题8</vt:lpstr>
      <vt:lpstr>习题9</vt:lpstr>
      <vt:lpstr>习题10</vt:lpstr>
      <vt:lpstr>习题11</vt:lpstr>
      <vt:lpstr>习题12</vt:lpstr>
      <vt:lpstr>习题13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YaZn</dc:creator>
  <cp:lastModifiedBy>赵雅昕</cp:lastModifiedBy>
  <cp:revision>8</cp:revision>
  <dcterms:created xsi:type="dcterms:W3CDTF">2024-10-22T11:23:00Z</dcterms:created>
  <dcterms:modified xsi:type="dcterms:W3CDTF">2024-10-22T12:10:31Z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78234DBD17AF4F16B1F4EED713541DC2</vt:lpwstr>
  </property>
  <property fmtid="{D5CDD505-2E9C-101B-9397-08002B2CF9AE}" pid="3" name="KSOProductBuildVer">
    <vt:lpwstr>2052-11.1.0.12165</vt:lpwstr>
  </property>
</Properties>
</file>