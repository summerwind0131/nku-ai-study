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5"/>
  </p:notesMasterIdLst>
  <p:sldIdLst>
    <p:sldId id="256" r:id="rId4"/>
    <p:sldId id="373" r:id="rId6"/>
    <p:sldId id="343" r:id="rId7"/>
    <p:sldId id="344" r:id="rId8"/>
    <p:sldId id="374" r:id="rId9"/>
    <p:sldId id="312" r:id="rId10"/>
    <p:sldId id="313" r:id="rId11"/>
    <p:sldId id="323" r:id="rId12"/>
    <p:sldId id="375" r:id="rId13"/>
    <p:sldId id="315" r:id="rId14"/>
    <p:sldId id="316" r:id="rId15"/>
    <p:sldId id="376" r:id="rId16"/>
    <p:sldId id="324" r:id="rId17"/>
    <p:sldId id="333" r:id="rId18"/>
    <p:sldId id="334" r:id="rId19"/>
    <p:sldId id="319" r:id="rId20"/>
    <p:sldId id="347" r:id="rId21"/>
    <p:sldId id="348" r:id="rId22"/>
    <p:sldId id="349" r:id="rId23"/>
    <p:sldId id="377" r:id="rId24"/>
    <p:sldId id="335" r:id="rId25"/>
    <p:sldId id="336" r:id="rId26"/>
    <p:sldId id="378" r:id="rId27"/>
    <p:sldId id="337" r:id="rId28"/>
    <p:sldId id="379" r:id="rId29"/>
    <p:sldId id="338" r:id="rId30"/>
    <p:sldId id="272" r:id="rId31"/>
  </p:sldIdLst>
  <p:sldSz cx="9144000" cy="6858000" type="screen4x3"/>
  <p:notesSz cx="9928225" cy="666877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gs" Target="tags/tag285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/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 panose="020B0604020202020204" pitchFamily="34" charset="0"/>
              </a:rPr>
              <a:t>单击鼠标移动幻灯片</a:t>
            </a:r>
            <a:endParaRPr lang="en-US" sz="4400" b="0" strike="noStrike" spc="-1">
              <a:latin typeface="Arial" panose="020B0604020202020204" pitchFamily="34" charset="0"/>
            </a:endParaRPr>
          </a:p>
        </p:txBody>
      </p:sp>
      <p:sp>
        <p:nvSpPr>
          <p:cNvPr id="88" name="PlaceHolder 2"/>
          <p:cNvSpPr/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 panose="020B0604020202020204" pitchFamily="34" charset="0"/>
              </a:rPr>
              <a:t>单击编辑备注格式</a:t>
            </a:r>
            <a:endParaRPr lang="en-US" sz="2000" b="0" strike="noStrike" spc="-1">
              <a:latin typeface="Arial" panose="020B0604020202020204" pitchFamily="34" charset="0"/>
            </a:endParaRPr>
          </a:p>
        </p:txBody>
      </p:sp>
      <p:sp>
        <p:nvSpPr>
          <p:cNvPr id="89" name="PlaceHolder 3"/>
          <p:cNvSpPr/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 panose="02020603050405020304"/>
              </a:rPr>
              <a:t>&lt;页眉&gt;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90" name="PlaceHolder 4"/>
          <p:cNvSpPr/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 panose="02020603050405020304"/>
              </a:rPr>
              <a:t>&lt;日期/时间&gt;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91" name="PlaceHolder 5"/>
          <p:cNvSpPr/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 panose="02020603050405020304"/>
              </a:rPr>
              <a:t>&lt;页脚&gt;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92" name="PlaceHolder 6"/>
          <p:cNvSpPr/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8888EBF2-134E-44C8-A17E-E277C96DFBF6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/>
          <p:nvPr>
            <p:ph type="sldImg"/>
          </p:nvPr>
        </p:nvSpPr>
        <p:spPr>
          <a:xfrm>
            <a:off x="3297238" y="500063"/>
            <a:ext cx="3332162" cy="2498725"/>
          </a:xfrm>
          <a:prstGeom prst="rect">
            <a:avLst/>
          </a:prstGeom>
        </p:spPr>
      </p:sp>
      <p:sp>
        <p:nvSpPr>
          <p:cNvPr id="405" name="PlaceHolder 2"/>
          <p:cNvSpPr/>
          <p:nvPr>
            <p:ph type="body"/>
          </p:nvPr>
        </p:nvSpPr>
        <p:spPr>
          <a:xfrm>
            <a:off x="993600" y="3166920"/>
            <a:ext cx="7939440" cy="300096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>
              <a:latin typeface="Arial" panose="020B0604020202020204" pitchFamily="34" charset="0"/>
            </a:endParaRPr>
          </a:p>
        </p:txBody>
      </p:sp>
      <p:sp>
        <p:nvSpPr>
          <p:cNvPr id="406" name="CustomShape 3"/>
          <p:cNvSpPr/>
          <p:nvPr/>
        </p:nvSpPr>
        <p:spPr>
          <a:xfrm>
            <a:off x="5624640" y="6334200"/>
            <a:ext cx="4300920" cy="33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/>
          <p:nvPr>
            <p:ph type="sldImg"/>
          </p:nvPr>
        </p:nvSpPr>
        <p:spPr>
          <a:xfrm>
            <a:off x="3297238" y="500063"/>
            <a:ext cx="3332162" cy="2498725"/>
          </a:xfrm>
          <a:prstGeom prst="rect">
            <a:avLst/>
          </a:prstGeom>
        </p:spPr>
      </p:sp>
      <p:sp>
        <p:nvSpPr>
          <p:cNvPr id="405" name="PlaceHolder 2"/>
          <p:cNvSpPr/>
          <p:nvPr>
            <p:ph type="body"/>
          </p:nvPr>
        </p:nvSpPr>
        <p:spPr>
          <a:xfrm>
            <a:off x="993600" y="3166920"/>
            <a:ext cx="7939440" cy="300096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>
              <a:latin typeface="Arial" panose="020B0604020202020204" pitchFamily="34" charset="0"/>
            </a:endParaRPr>
          </a:p>
        </p:txBody>
      </p:sp>
      <p:sp>
        <p:nvSpPr>
          <p:cNvPr id="406" name="CustomShape 3"/>
          <p:cNvSpPr/>
          <p:nvPr/>
        </p:nvSpPr>
        <p:spPr>
          <a:xfrm>
            <a:off x="5624640" y="6334200"/>
            <a:ext cx="4300920" cy="33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/>
          <p:nvPr>
            <p:ph type="sldImg"/>
          </p:nvPr>
        </p:nvSpPr>
        <p:spPr>
          <a:xfrm>
            <a:off x="3297238" y="500063"/>
            <a:ext cx="3332162" cy="2498725"/>
          </a:xfrm>
          <a:prstGeom prst="rect">
            <a:avLst/>
          </a:prstGeom>
        </p:spPr>
      </p:sp>
      <p:sp>
        <p:nvSpPr>
          <p:cNvPr id="405" name="PlaceHolder 2"/>
          <p:cNvSpPr/>
          <p:nvPr>
            <p:ph type="body"/>
          </p:nvPr>
        </p:nvSpPr>
        <p:spPr>
          <a:xfrm>
            <a:off x="993600" y="3166920"/>
            <a:ext cx="7939440" cy="300096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>
              <a:latin typeface="Arial" panose="020B0604020202020204" pitchFamily="34" charset="0"/>
            </a:endParaRPr>
          </a:p>
        </p:txBody>
      </p:sp>
      <p:sp>
        <p:nvSpPr>
          <p:cNvPr id="406" name="CustomShape 3"/>
          <p:cNvSpPr/>
          <p:nvPr/>
        </p:nvSpPr>
        <p:spPr>
          <a:xfrm>
            <a:off x="5624640" y="6334200"/>
            <a:ext cx="4300920" cy="33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/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942936-1620-4BDE-8E40-D71970DA218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4819" name="Rectangle 2"/>
          <p:cNvSpPr/>
          <p:nvPr>
            <p:ph type="sldImg"/>
          </p:nvPr>
        </p:nvSpPr>
        <p:spPr/>
      </p:sp>
      <p:sp>
        <p:nvSpPr>
          <p:cNvPr id="34820" name="Rectangle 3"/>
          <p:cNvSpPr/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/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98C57A-303D-4430-A274-DE84682DC6E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5843" name="Rectangle 2"/>
          <p:cNvSpPr/>
          <p:nvPr>
            <p:ph type="sldImg"/>
          </p:nvPr>
        </p:nvSpPr>
        <p:spPr/>
      </p:sp>
      <p:sp>
        <p:nvSpPr>
          <p:cNvPr id="35844" name="Rectangle 3"/>
          <p:cNvSpPr/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/>
          <p:nvPr>
            <p:ph type="sldImg"/>
          </p:nvPr>
        </p:nvSpPr>
        <p:spPr>
          <a:xfrm>
            <a:off x="3297238" y="500063"/>
            <a:ext cx="3332162" cy="2498725"/>
          </a:xfrm>
          <a:prstGeom prst="rect">
            <a:avLst/>
          </a:prstGeom>
        </p:spPr>
      </p:sp>
      <p:sp>
        <p:nvSpPr>
          <p:cNvPr id="405" name="PlaceHolder 2"/>
          <p:cNvSpPr/>
          <p:nvPr>
            <p:ph type="body"/>
          </p:nvPr>
        </p:nvSpPr>
        <p:spPr>
          <a:xfrm>
            <a:off x="993600" y="3166920"/>
            <a:ext cx="7939440" cy="300096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>
              <a:latin typeface="Arial" panose="020B0604020202020204" pitchFamily="34" charset="0"/>
            </a:endParaRPr>
          </a:p>
        </p:txBody>
      </p:sp>
      <p:sp>
        <p:nvSpPr>
          <p:cNvPr id="406" name="CustomShape 3"/>
          <p:cNvSpPr/>
          <p:nvPr/>
        </p:nvSpPr>
        <p:spPr>
          <a:xfrm>
            <a:off x="5624640" y="6334200"/>
            <a:ext cx="4300920" cy="33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/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E08286-636F-4185-B071-59A501790D64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6867" name="Rectangle 2"/>
          <p:cNvSpPr/>
          <p:nvPr>
            <p:ph type="sldImg"/>
          </p:nvPr>
        </p:nvSpPr>
        <p:spPr/>
      </p:sp>
      <p:sp>
        <p:nvSpPr>
          <p:cNvPr id="36868" name="Rectangle 3"/>
          <p:cNvSpPr/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/>
          <p:nvPr>
            <p:ph type="sldImg"/>
          </p:nvPr>
        </p:nvSpPr>
        <p:spPr>
          <a:xfrm>
            <a:off x="3297238" y="500063"/>
            <a:ext cx="3332162" cy="2498725"/>
          </a:xfrm>
          <a:prstGeom prst="rect">
            <a:avLst/>
          </a:prstGeom>
        </p:spPr>
      </p:sp>
      <p:sp>
        <p:nvSpPr>
          <p:cNvPr id="405" name="PlaceHolder 2"/>
          <p:cNvSpPr/>
          <p:nvPr>
            <p:ph type="body"/>
          </p:nvPr>
        </p:nvSpPr>
        <p:spPr>
          <a:xfrm>
            <a:off x="993600" y="3166920"/>
            <a:ext cx="7939440" cy="300096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>
              <a:latin typeface="Arial" panose="020B0604020202020204" pitchFamily="34" charset="0"/>
            </a:endParaRPr>
          </a:p>
        </p:txBody>
      </p:sp>
      <p:sp>
        <p:nvSpPr>
          <p:cNvPr id="406" name="CustomShape 3"/>
          <p:cNvSpPr/>
          <p:nvPr/>
        </p:nvSpPr>
        <p:spPr>
          <a:xfrm>
            <a:off x="5624640" y="6334200"/>
            <a:ext cx="4300920" cy="33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/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210CDE-896F-4A5F-8E40-D747DEE56B99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8915" name="Rectangle 2"/>
          <p:cNvSpPr/>
          <p:nvPr>
            <p:ph type="sldImg"/>
          </p:nvPr>
        </p:nvSpPr>
        <p:spPr/>
      </p:sp>
      <p:sp>
        <p:nvSpPr>
          <p:cNvPr id="38916" name="Rectangle 3"/>
          <p:cNvSpPr/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/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A01A9B-BAAF-4034-92C3-59595785B245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9939" name="Rectangle 2"/>
          <p:cNvSpPr/>
          <p:nvPr>
            <p:ph type="sldImg"/>
          </p:nvPr>
        </p:nvSpPr>
        <p:spPr/>
      </p:sp>
      <p:sp>
        <p:nvSpPr>
          <p:cNvPr id="39940" name="Rectangle 3"/>
          <p:cNvSpPr/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/>
          <p:nvPr>
            <p:ph type="sldImg"/>
          </p:nvPr>
        </p:nvSpPr>
        <p:spPr>
          <a:xfrm>
            <a:off x="3297238" y="500063"/>
            <a:ext cx="3332162" cy="2498725"/>
          </a:xfrm>
          <a:prstGeom prst="rect">
            <a:avLst/>
          </a:prstGeom>
        </p:spPr>
      </p:sp>
      <p:sp>
        <p:nvSpPr>
          <p:cNvPr id="405" name="PlaceHolder 2"/>
          <p:cNvSpPr/>
          <p:nvPr>
            <p:ph type="body"/>
          </p:nvPr>
        </p:nvSpPr>
        <p:spPr>
          <a:xfrm>
            <a:off x="993600" y="3166920"/>
            <a:ext cx="7939440" cy="300096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>
              <a:latin typeface="Arial" panose="020B0604020202020204" pitchFamily="34" charset="0"/>
            </a:endParaRPr>
          </a:p>
        </p:txBody>
      </p:sp>
      <p:sp>
        <p:nvSpPr>
          <p:cNvPr id="406" name="CustomShape 3"/>
          <p:cNvSpPr/>
          <p:nvPr/>
        </p:nvSpPr>
        <p:spPr>
          <a:xfrm>
            <a:off x="5624640" y="6334200"/>
            <a:ext cx="4300920" cy="33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/>
          <p:nvPr>
            <p:ph type="sldImg"/>
          </p:nvPr>
        </p:nvSpPr>
        <p:spPr>
          <a:xfrm>
            <a:off x="3297238" y="500063"/>
            <a:ext cx="3332162" cy="2498725"/>
          </a:xfrm>
          <a:prstGeom prst="rect">
            <a:avLst/>
          </a:prstGeom>
        </p:spPr>
      </p:sp>
      <p:sp>
        <p:nvSpPr>
          <p:cNvPr id="405" name="PlaceHolder 2"/>
          <p:cNvSpPr/>
          <p:nvPr>
            <p:ph type="body"/>
          </p:nvPr>
        </p:nvSpPr>
        <p:spPr>
          <a:xfrm>
            <a:off x="993600" y="3166920"/>
            <a:ext cx="7939440" cy="300096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>
              <a:latin typeface="Arial" panose="020B0604020202020204" pitchFamily="34" charset="0"/>
            </a:endParaRPr>
          </a:p>
        </p:txBody>
      </p:sp>
      <p:sp>
        <p:nvSpPr>
          <p:cNvPr id="406" name="CustomShape 3"/>
          <p:cNvSpPr/>
          <p:nvPr/>
        </p:nvSpPr>
        <p:spPr>
          <a:xfrm>
            <a:off x="5624640" y="6334200"/>
            <a:ext cx="4300920" cy="33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/>
          <p:nvPr>
            <p:ph type="sldImg"/>
          </p:nvPr>
        </p:nvSpPr>
        <p:spPr>
          <a:xfrm>
            <a:off x="3297238" y="500063"/>
            <a:ext cx="3332162" cy="2498725"/>
          </a:xfrm>
          <a:prstGeom prst="rect">
            <a:avLst/>
          </a:prstGeom>
        </p:spPr>
      </p:sp>
      <p:sp>
        <p:nvSpPr>
          <p:cNvPr id="405" name="PlaceHolder 2"/>
          <p:cNvSpPr/>
          <p:nvPr>
            <p:ph type="body"/>
          </p:nvPr>
        </p:nvSpPr>
        <p:spPr>
          <a:xfrm>
            <a:off x="993600" y="3166920"/>
            <a:ext cx="7939440" cy="300096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>
              <a:latin typeface="Arial" panose="020B0604020202020204" pitchFamily="34" charset="0"/>
            </a:endParaRPr>
          </a:p>
        </p:txBody>
      </p:sp>
      <p:sp>
        <p:nvSpPr>
          <p:cNvPr id="406" name="CustomShape 3"/>
          <p:cNvSpPr/>
          <p:nvPr/>
        </p:nvSpPr>
        <p:spPr>
          <a:xfrm>
            <a:off x="5624640" y="6334200"/>
            <a:ext cx="4300920" cy="33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/>
          <p:nvPr>
            <p:ph type="sldImg"/>
          </p:nvPr>
        </p:nvSpPr>
        <p:spPr>
          <a:xfrm>
            <a:off x="3297240" y="500040"/>
            <a:ext cx="3332520" cy="2499120"/>
          </a:xfrm>
          <a:prstGeom prst="rect">
            <a:avLst/>
          </a:prstGeom>
        </p:spPr>
      </p:sp>
      <p:sp>
        <p:nvSpPr>
          <p:cNvPr id="408" name="PlaceHolder 2"/>
          <p:cNvSpPr/>
          <p:nvPr>
            <p:ph type="body"/>
          </p:nvPr>
        </p:nvSpPr>
        <p:spPr>
          <a:xfrm>
            <a:off x="993600" y="3166920"/>
            <a:ext cx="7939440" cy="300096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>
              <a:latin typeface="Arial" panose="020B0604020202020204" pitchFamily="34" charset="0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5624640" y="6334200"/>
            <a:ext cx="4300920" cy="33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tags" Target="../tags/tag11.xml"/><Relationship Id="rId12" Type="http://schemas.openxmlformats.org/officeDocument/2006/relationships/image" Target="../media/image1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microsoft.com/office/2007/relationships/hdphoto" Target="../media/image5.wdp"/><Relationship Id="rId8" Type="http://schemas.openxmlformats.org/officeDocument/2006/relationships/image" Target="../media/image4.png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2" Type="http://schemas.openxmlformats.org/officeDocument/2006/relationships/tags" Target="../tags/tag44.xml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8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microsoft.com/office/2007/relationships/hdphoto" Target="../media/image7.wdp"/><Relationship Id="rId11" Type="http://schemas.openxmlformats.org/officeDocument/2006/relationships/image" Target="../media/image6.png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image" Target="../media/image8.png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7" Type="http://schemas.openxmlformats.org/officeDocument/2006/relationships/tags" Target="../tags/tag111.xml"/><Relationship Id="rId26" Type="http://schemas.openxmlformats.org/officeDocument/2006/relationships/tags" Target="../tags/tag110.xml"/><Relationship Id="rId25" Type="http://schemas.openxmlformats.org/officeDocument/2006/relationships/tags" Target="../tags/tag109.xml"/><Relationship Id="rId24" Type="http://schemas.openxmlformats.org/officeDocument/2006/relationships/tags" Target="../tags/tag108.xml"/><Relationship Id="rId23" Type="http://schemas.openxmlformats.org/officeDocument/2006/relationships/tags" Target="../tags/tag107.xml"/><Relationship Id="rId22" Type="http://schemas.openxmlformats.org/officeDocument/2006/relationships/tags" Target="../tags/tag106.xml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tags" Target="../tags/tag90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microsoft.com/office/2007/relationships/hdphoto" Target="../media/image12.wdp"/><Relationship Id="rId16" Type="http://schemas.openxmlformats.org/officeDocument/2006/relationships/image" Target="../media/image11.png"/><Relationship Id="rId15" Type="http://schemas.openxmlformats.org/officeDocument/2006/relationships/tags" Target="../tags/tag101.xml"/><Relationship Id="rId14" Type="http://schemas.microsoft.com/office/2007/relationships/hdphoto" Target="../media/image10.wdp"/><Relationship Id="rId13" Type="http://schemas.openxmlformats.org/officeDocument/2006/relationships/image" Target="../media/image9.png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6" Type="http://schemas.openxmlformats.org/officeDocument/2006/relationships/tags" Target="../tags/tag147.xml"/><Relationship Id="rId25" Type="http://schemas.openxmlformats.org/officeDocument/2006/relationships/tags" Target="../tags/tag146.xml"/><Relationship Id="rId24" Type="http://schemas.openxmlformats.org/officeDocument/2006/relationships/tags" Target="../tags/tag145.xml"/><Relationship Id="rId23" Type="http://schemas.openxmlformats.org/officeDocument/2006/relationships/tags" Target="../tags/tag144.xml"/><Relationship Id="rId22" Type="http://schemas.openxmlformats.org/officeDocument/2006/relationships/tags" Target="../tags/tag143.xml"/><Relationship Id="rId21" Type="http://schemas.openxmlformats.org/officeDocument/2006/relationships/tags" Target="../tags/tag142.xml"/><Relationship Id="rId20" Type="http://schemas.openxmlformats.org/officeDocument/2006/relationships/tags" Target="../tags/tag141.xml"/><Relationship Id="rId2" Type="http://schemas.openxmlformats.org/officeDocument/2006/relationships/tags" Target="../tags/tag126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tags" Target="../tags/tag136.xml"/><Relationship Id="rId12" Type="http://schemas.openxmlformats.org/officeDocument/2006/relationships/image" Target="../media/image1.png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microsoft.com/office/2007/relationships/hdphoto" Target="../media/image5.wdp"/><Relationship Id="rId8" Type="http://schemas.openxmlformats.org/officeDocument/2006/relationships/image" Target="../media/image4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2" Type="http://schemas.openxmlformats.org/officeDocument/2006/relationships/tags" Target="../tags/tag169.xml"/><Relationship Id="rId21" Type="http://schemas.openxmlformats.org/officeDocument/2006/relationships/tags" Target="../tags/tag168.xml"/><Relationship Id="rId20" Type="http://schemas.openxmlformats.org/officeDocument/2006/relationships/tags" Target="../tags/tag167.xml"/><Relationship Id="rId2" Type="http://schemas.openxmlformats.org/officeDocument/2006/relationships/tags" Target="../tags/tag153.xml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microsoft.com/office/2007/relationships/hdphoto" Target="../media/image7.wdp"/><Relationship Id="rId11" Type="http://schemas.openxmlformats.org/officeDocument/2006/relationships/image" Target="../media/image6.png"/><Relationship Id="rId10" Type="http://schemas.openxmlformats.org/officeDocument/2006/relationships/tags" Target="../tags/tag15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image" Target="../media/image8.png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7" Type="http://schemas.openxmlformats.org/officeDocument/2006/relationships/tags" Target="../tags/tag184.xml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7" Type="http://schemas.openxmlformats.org/officeDocument/2006/relationships/tags" Target="../tags/tag236.xml"/><Relationship Id="rId26" Type="http://schemas.openxmlformats.org/officeDocument/2006/relationships/tags" Target="../tags/tag235.xml"/><Relationship Id="rId25" Type="http://schemas.openxmlformats.org/officeDocument/2006/relationships/tags" Target="../tags/tag234.xml"/><Relationship Id="rId24" Type="http://schemas.openxmlformats.org/officeDocument/2006/relationships/tags" Target="../tags/tag233.xml"/><Relationship Id="rId23" Type="http://schemas.openxmlformats.org/officeDocument/2006/relationships/tags" Target="../tags/tag232.xml"/><Relationship Id="rId22" Type="http://schemas.openxmlformats.org/officeDocument/2006/relationships/tags" Target="../tags/tag231.xml"/><Relationship Id="rId21" Type="http://schemas.openxmlformats.org/officeDocument/2006/relationships/tags" Target="../tags/tag230.xml"/><Relationship Id="rId20" Type="http://schemas.openxmlformats.org/officeDocument/2006/relationships/tags" Target="../tags/tag229.xml"/><Relationship Id="rId2" Type="http://schemas.openxmlformats.org/officeDocument/2006/relationships/tags" Target="../tags/tag215.xml"/><Relationship Id="rId19" Type="http://schemas.openxmlformats.org/officeDocument/2006/relationships/tags" Target="../tags/tag228.xml"/><Relationship Id="rId18" Type="http://schemas.openxmlformats.org/officeDocument/2006/relationships/tags" Target="../tags/tag227.xml"/><Relationship Id="rId17" Type="http://schemas.microsoft.com/office/2007/relationships/hdphoto" Target="../media/image12.wdp"/><Relationship Id="rId16" Type="http://schemas.openxmlformats.org/officeDocument/2006/relationships/image" Target="../media/image11.png"/><Relationship Id="rId15" Type="http://schemas.openxmlformats.org/officeDocument/2006/relationships/tags" Target="../tags/tag226.xml"/><Relationship Id="rId14" Type="http://schemas.microsoft.com/office/2007/relationships/hdphoto" Target="../media/image10.wdp"/><Relationship Id="rId13" Type="http://schemas.openxmlformats.org/officeDocument/2006/relationships/image" Target="../media/image9.png"/><Relationship Id="rId12" Type="http://schemas.openxmlformats.org/officeDocument/2006/relationships/tags" Target="../tags/tag225.xml"/><Relationship Id="rId11" Type="http://schemas.openxmlformats.org/officeDocument/2006/relationships/tags" Target="../tags/tag224.xml"/><Relationship Id="rId10" Type="http://schemas.openxmlformats.org/officeDocument/2006/relationships/tags" Target="../tags/tag22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0" y="5097454"/>
            <a:ext cx="9144000" cy="176054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2"/>
              </a:gs>
              <a:gs pos="51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箭头: V 形 8"/>
          <p:cNvSpPr/>
          <p:nvPr>
            <p:custDataLst>
              <p:tags r:id="rId4"/>
            </p:custDataLst>
          </p:nvPr>
        </p:nvSpPr>
        <p:spPr>
          <a:xfrm>
            <a:off x="8414092" y="6288876"/>
            <a:ext cx="97685" cy="13024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1" name="箭头: V 形 10"/>
          <p:cNvSpPr/>
          <p:nvPr>
            <p:custDataLst>
              <p:tags r:id="rId5"/>
            </p:custDataLst>
          </p:nvPr>
        </p:nvSpPr>
        <p:spPr>
          <a:xfrm>
            <a:off x="8305688" y="6288876"/>
            <a:ext cx="97685" cy="13024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2" name="箭头: V 形 11"/>
          <p:cNvSpPr/>
          <p:nvPr>
            <p:custDataLst>
              <p:tags r:id="rId6"/>
            </p:custDataLst>
          </p:nvPr>
        </p:nvSpPr>
        <p:spPr>
          <a:xfrm>
            <a:off x="8197286" y="6288876"/>
            <a:ext cx="97685" cy="13024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3" name="箭头: V 形 12"/>
          <p:cNvSpPr/>
          <p:nvPr>
            <p:custDataLst>
              <p:tags r:id="rId7"/>
            </p:custDataLst>
          </p:nvPr>
        </p:nvSpPr>
        <p:spPr>
          <a:xfrm>
            <a:off x="8088882" y="6288876"/>
            <a:ext cx="97685" cy="13024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5" name="矩形: 圆角 14"/>
          <p:cNvSpPr/>
          <p:nvPr>
            <p:custDataLst>
              <p:tags r:id="rId8"/>
            </p:custDataLst>
          </p:nvPr>
        </p:nvSpPr>
        <p:spPr>
          <a:xfrm>
            <a:off x="493649" y="5200010"/>
            <a:ext cx="8156703" cy="864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52400" dist="317500" dir="2700000" sx="90000" sy="9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97719" y="1011677"/>
            <a:ext cx="7730673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0"/>
            </p:custDataLst>
          </p:nvPr>
        </p:nvCxnSpPr>
        <p:spPr>
          <a:xfrm>
            <a:off x="640556" y="1011677"/>
            <a:ext cx="671513" cy="0"/>
          </a:xfrm>
          <a:prstGeom prst="line">
            <a:avLst/>
          </a:prstGeom>
          <a:ln w="31750" cap="sq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/>
          <a:srcRect b="20383"/>
          <a:stretch>
            <a:fillRect/>
          </a:stretch>
        </p:blipFill>
        <p:spPr>
          <a:xfrm>
            <a:off x="5179941" y="2258701"/>
            <a:ext cx="3507581" cy="365528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3000" contras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81653" y="1149146"/>
            <a:ext cx="3805869" cy="4349138"/>
          </a:xfrm>
          <a:prstGeom prst="rect">
            <a:avLst/>
          </a:prstGeom>
        </p:spPr>
      </p:pic>
      <p:sp>
        <p:nvSpPr>
          <p:cNvPr id="22" name="椭圆 21"/>
          <p:cNvSpPr/>
          <p:nvPr>
            <p:custDataLst>
              <p:tags r:id="rId16"/>
            </p:custDataLst>
          </p:nvPr>
        </p:nvSpPr>
        <p:spPr>
          <a:xfrm>
            <a:off x="7600908" y="1554018"/>
            <a:ext cx="1021308" cy="1361744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3" name="椭圆 22"/>
          <p:cNvSpPr/>
          <p:nvPr>
            <p:custDataLst>
              <p:tags r:id="rId17"/>
            </p:custDataLst>
          </p:nvPr>
        </p:nvSpPr>
        <p:spPr>
          <a:xfrm>
            <a:off x="4919017" y="2832448"/>
            <a:ext cx="159425" cy="212567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椭圆 24"/>
          <p:cNvSpPr/>
          <p:nvPr>
            <p:custDataLst>
              <p:tags r:id="rId18"/>
            </p:custDataLst>
          </p:nvPr>
        </p:nvSpPr>
        <p:spPr>
          <a:xfrm>
            <a:off x="5131595" y="3779636"/>
            <a:ext cx="361478" cy="481971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9"/>
            </p:custDataLst>
          </p:nvPr>
        </p:nvSpPr>
        <p:spPr>
          <a:xfrm>
            <a:off x="628649" y="1193325"/>
            <a:ext cx="4290367" cy="252584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0"/>
            </p:custDataLst>
          </p:nvPr>
        </p:nvSpPr>
        <p:spPr>
          <a:xfrm>
            <a:off x="628649" y="3880862"/>
            <a:ext cx="4290367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4"/>
            </p:custDataLst>
          </p:nvPr>
        </p:nvSpPr>
        <p:spPr>
          <a:xfrm>
            <a:off x="628649" y="504000"/>
            <a:ext cx="216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3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25"/>
            </p:custDataLst>
          </p:nvPr>
        </p:nvSpPr>
        <p:spPr>
          <a:xfrm>
            <a:off x="6355350" y="504000"/>
            <a:ext cx="216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3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628649" y="5380010"/>
            <a:ext cx="2160000" cy="504000"/>
          </a:xfrm>
          <a:prstGeom prst="roundRect">
            <a:avLst>
              <a:gd name="adj" fmla="val 50000"/>
            </a:avLst>
          </a:prstGeom>
          <a:gradFill>
            <a:gsLst>
              <a:gs pos="64000">
                <a:schemeClr val="accent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1350" b="1" dirty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marL="0" lvl="0" algn="ctr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358589" y="687274"/>
            <a:ext cx="810000" cy="1080000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7363679" y="0"/>
            <a:ext cx="1780322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2"/>
              </a:gs>
              <a:gs pos="51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>
            <a:off x="2044878" y="1249628"/>
            <a:ext cx="0" cy="301053"/>
          </a:xfrm>
          <a:prstGeom prst="line">
            <a:avLst/>
          </a:prstGeom>
          <a:ln w="539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668143" y="6238200"/>
            <a:ext cx="7047107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5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2" t="41396" r="52972" b="5424"/>
          <a:stretch>
            <a:fillRect/>
          </a:stretch>
        </p:blipFill>
        <p:spPr>
          <a:xfrm>
            <a:off x="6803097" y="0"/>
            <a:ext cx="1295453" cy="1819570"/>
          </a:xfrm>
          <a:custGeom>
            <a:avLst/>
            <a:gdLst>
              <a:gd name="connsiteX0" fmla="*/ 0 w 2745941"/>
              <a:gd name="connsiteY0" fmla="*/ 0 h 2892674"/>
              <a:gd name="connsiteX1" fmla="*/ 1318159 w 2745941"/>
              <a:gd name="connsiteY1" fmla="*/ 0 h 2892674"/>
              <a:gd name="connsiteX2" fmla="*/ 2745941 w 2745941"/>
              <a:gd name="connsiteY2" fmla="*/ 1216259 h 2892674"/>
              <a:gd name="connsiteX3" fmla="*/ 2745941 w 2745941"/>
              <a:gd name="connsiteY3" fmla="*/ 2892674 h 2892674"/>
              <a:gd name="connsiteX4" fmla="*/ 0 w 2745941"/>
              <a:gd name="connsiteY4" fmla="*/ 2892674 h 289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5941" h="2892674">
                <a:moveTo>
                  <a:pt x="0" y="0"/>
                </a:moveTo>
                <a:lnTo>
                  <a:pt x="1318159" y="0"/>
                </a:lnTo>
                <a:lnTo>
                  <a:pt x="2745941" y="1216259"/>
                </a:lnTo>
                <a:lnTo>
                  <a:pt x="2745941" y="2892674"/>
                </a:lnTo>
                <a:lnTo>
                  <a:pt x="0" y="2892674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5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011" t="49347" r="10078"/>
          <a:stretch>
            <a:fillRect/>
          </a:stretch>
        </p:blipFill>
        <p:spPr>
          <a:xfrm>
            <a:off x="7296150" y="0"/>
            <a:ext cx="1847849" cy="1564934"/>
          </a:xfrm>
          <a:prstGeom prst="rect">
            <a:avLst/>
          </a:prstGeom>
        </p:spPr>
      </p:pic>
      <p:cxnSp>
        <p:nvCxnSpPr>
          <p:cNvPr id="13" name="直接连接符 12"/>
          <p:cNvCxnSpPr/>
          <p:nvPr>
            <p:custDataLst>
              <p:tags r:id="rId13"/>
            </p:custDataLst>
          </p:nvPr>
        </p:nvCxnSpPr>
        <p:spPr>
          <a:xfrm>
            <a:off x="635794" y="6238200"/>
            <a:ext cx="671513" cy="0"/>
          </a:xfrm>
          <a:prstGeom prst="line">
            <a:avLst/>
          </a:prstGeom>
          <a:ln w="31750" cap="sq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14"/>
            </p:custDataLst>
          </p:nvPr>
        </p:nvSpPr>
        <p:spPr>
          <a:xfrm>
            <a:off x="393218" y="823644"/>
            <a:ext cx="230771" cy="30769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: 形状 15"/>
          <p:cNvSpPr/>
          <p:nvPr>
            <p:custDataLst>
              <p:tags r:id="rId15"/>
            </p:custDataLst>
          </p:nvPr>
        </p:nvSpPr>
        <p:spPr>
          <a:xfrm>
            <a:off x="2340904" y="1068743"/>
            <a:ext cx="3499361" cy="662822"/>
          </a:xfrm>
          <a:custGeom>
            <a:avLst/>
            <a:gdLst/>
            <a:ahLst/>
            <a:cxnLst/>
            <a:rect l="l" t="t" r="r" b="b"/>
            <a:pathLst>
              <a:path w="3356669" h="476846">
                <a:moveTo>
                  <a:pt x="627459" y="85130"/>
                </a:moveTo>
                <a:cubicBezTo>
                  <a:pt x="588963" y="85130"/>
                  <a:pt x="558651" y="99418"/>
                  <a:pt x="536525" y="127993"/>
                </a:cubicBezTo>
                <a:cubicBezTo>
                  <a:pt x="514400" y="156568"/>
                  <a:pt x="503337" y="193576"/>
                  <a:pt x="503337" y="239018"/>
                </a:cubicBezTo>
                <a:cubicBezTo>
                  <a:pt x="503337" y="283865"/>
                  <a:pt x="514152" y="320527"/>
                  <a:pt x="535781" y="349002"/>
                </a:cubicBezTo>
                <a:cubicBezTo>
                  <a:pt x="557411" y="377478"/>
                  <a:pt x="587077" y="391716"/>
                  <a:pt x="624781" y="391716"/>
                </a:cubicBezTo>
                <a:cubicBezTo>
                  <a:pt x="663277" y="391716"/>
                  <a:pt x="693241" y="378074"/>
                  <a:pt x="714673" y="350788"/>
                </a:cubicBezTo>
                <a:cubicBezTo>
                  <a:pt x="736104" y="323503"/>
                  <a:pt x="746820" y="286842"/>
                  <a:pt x="746820" y="240804"/>
                </a:cubicBezTo>
                <a:cubicBezTo>
                  <a:pt x="746820" y="192783"/>
                  <a:pt x="736402" y="154831"/>
                  <a:pt x="715566" y="126951"/>
                </a:cubicBezTo>
                <a:cubicBezTo>
                  <a:pt x="694730" y="99070"/>
                  <a:pt x="665361" y="85130"/>
                  <a:pt x="627459" y="85130"/>
                </a:cubicBezTo>
                <a:close/>
                <a:moveTo>
                  <a:pt x="2643187" y="7740"/>
                </a:moveTo>
                <a:lnTo>
                  <a:pt x="3004542" y="7740"/>
                </a:lnTo>
                <a:lnTo>
                  <a:pt x="3004542" y="88107"/>
                </a:lnTo>
                <a:lnTo>
                  <a:pt x="2872978" y="88107"/>
                </a:lnTo>
                <a:lnTo>
                  <a:pt x="2872978" y="468809"/>
                </a:lnTo>
                <a:lnTo>
                  <a:pt x="2774454" y="468809"/>
                </a:lnTo>
                <a:lnTo>
                  <a:pt x="2774454" y="88107"/>
                </a:lnTo>
                <a:lnTo>
                  <a:pt x="2643187" y="88107"/>
                </a:lnTo>
                <a:close/>
                <a:moveTo>
                  <a:pt x="2171998" y="7740"/>
                </a:moveTo>
                <a:lnTo>
                  <a:pt x="2279154" y="7740"/>
                </a:lnTo>
                <a:lnTo>
                  <a:pt x="2467273" y="297657"/>
                </a:lnTo>
                <a:cubicBezTo>
                  <a:pt x="2479774" y="316905"/>
                  <a:pt x="2487414" y="329109"/>
                  <a:pt x="2490192" y="334268"/>
                </a:cubicBezTo>
                <a:lnTo>
                  <a:pt x="2491680" y="334268"/>
                </a:lnTo>
                <a:cubicBezTo>
                  <a:pt x="2489696" y="323156"/>
                  <a:pt x="2488704" y="301923"/>
                  <a:pt x="2488704" y="270570"/>
                </a:cubicBezTo>
                <a:lnTo>
                  <a:pt x="2488704" y="7740"/>
                </a:lnTo>
                <a:lnTo>
                  <a:pt x="2581870" y="7740"/>
                </a:lnTo>
                <a:lnTo>
                  <a:pt x="2581870" y="468809"/>
                </a:lnTo>
                <a:lnTo>
                  <a:pt x="2481262" y="468809"/>
                </a:lnTo>
                <a:lnTo>
                  <a:pt x="2286000" y="170557"/>
                </a:lnTo>
                <a:cubicBezTo>
                  <a:pt x="2275880" y="155079"/>
                  <a:pt x="2268537" y="142578"/>
                  <a:pt x="2263973" y="133053"/>
                </a:cubicBezTo>
                <a:lnTo>
                  <a:pt x="2262485" y="133053"/>
                </a:lnTo>
                <a:cubicBezTo>
                  <a:pt x="2264271" y="148928"/>
                  <a:pt x="2265164" y="173435"/>
                  <a:pt x="2265164" y="206574"/>
                </a:cubicBezTo>
                <a:lnTo>
                  <a:pt x="2265164" y="468809"/>
                </a:lnTo>
                <a:lnTo>
                  <a:pt x="2171998" y="468809"/>
                </a:lnTo>
                <a:close/>
                <a:moveTo>
                  <a:pt x="1819573" y="7740"/>
                </a:moveTo>
                <a:lnTo>
                  <a:pt x="2081808" y="7740"/>
                </a:lnTo>
                <a:lnTo>
                  <a:pt x="2081808" y="88107"/>
                </a:lnTo>
                <a:lnTo>
                  <a:pt x="1917799" y="88107"/>
                </a:lnTo>
                <a:lnTo>
                  <a:pt x="1917799" y="196751"/>
                </a:lnTo>
                <a:lnTo>
                  <a:pt x="2070199" y="196751"/>
                </a:lnTo>
                <a:lnTo>
                  <a:pt x="2070199" y="276821"/>
                </a:lnTo>
                <a:lnTo>
                  <a:pt x="1917799" y="276821"/>
                </a:lnTo>
                <a:lnTo>
                  <a:pt x="1917799" y="388442"/>
                </a:lnTo>
                <a:lnTo>
                  <a:pt x="2092523" y="388442"/>
                </a:lnTo>
                <a:lnTo>
                  <a:pt x="2092523" y="468809"/>
                </a:lnTo>
                <a:lnTo>
                  <a:pt x="1819573" y="468809"/>
                </a:lnTo>
                <a:close/>
                <a:moveTo>
                  <a:pt x="1395412" y="7740"/>
                </a:moveTo>
                <a:lnTo>
                  <a:pt x="1756767" y="7740"/>
                </a:lnTo>
                <a:lnTo>
                  <a:pt x="1756767" y="88107"/>
                </a:lnTo>
                <a:lnTo>
                  <a:pt x="1625203" y="88107"/>
                </a:lnTo>
                <a:lnTo>
                  <a:pt x="1625203" y="468809"/>
                </a:lnTo>
                <a:lnTo>
                  <a:pt x="1526679" y="468809"/>
                </a:lnTo>
                <a:lnTo>
                  <a:pt x="1526679" y="88107"/>
                </a:lnTo>
                <a:lnTo>
                  <a:pt x="1395412" y="88107"/>
                </a:lnTo>
                <a:close/>
                <a:moveTo>
                  <a:pt x="924223" y="7740"/>
                </a:moveTo>
                <a:lnTo>
                  <a:pt x="1031379" y="7740"/>
                </a:lnTo>
                <a:lnTo>
                  <a:pt x="1219498" y="297657"/>
                </a:lnTo>
                <a:cubicBezTo>
                  <a:pt x="1231999" y="316905"/>
                  <a:pt x="1239639" y="329109"/>
                  <a:pt x="1242417" y="334268"/>
                </a:cubicBezTo>
                <a:lnTo>
                  <a:pt x="1243905" y="334268"/>
                </a:lnTo>
                <a:cubicBezTo>
                  <a:pt x="1241921" y="323156"/>
                  <a:pt x="1240929" y="301923"/>
                  <a:pt x="1240929" y="270570"/>
                </a:cubicBezTo>
                <a:lnTo>
                  <a:pt x="1240929" y="7740"/>
                </a:lnTo>
                <a:lnTo>
                  <a:pt x="1334095" y="7740"/>
                </a:lnTo>
                <a:lnTo>
                  <a:pt x="1334095" y="468809"/>
                </a:lnTo>
                <a:lnTo>
                  <a:pt x="1233487" y="468809"/>
                </a:lnTo>
                <a:lnTo>
                  <a:pt x="1038225" y="170557"/>
                </a:lnTo>
                <a:cubicBezTo>
                  <a:pt x="1028105" y="155079"/>
                  <a:pt x="1020763" y="142578"/>
                  <a:pt x="1016198" y="133053"/>
                </a:cubicBezTo>
                <a:lnTo>
                  <a:pt x="1014710" y="133053"/>
                </a:lnTo>
                <a:cubicBezTo>
                  <a:pt x="1016496" y="148928"/>
                  <a:pt x="1017389" y="173435"/>
                  <a:pt x="1017389" y="206574"/>
                </a:cubicBezTo>
                <a:lnTo>
                  <a:pt x="1017389" y="468809"/>
                </a:lnTo>
                <a:lnTo>
                  <a:pt x="924223" y="468809"/>
                </a:lnTo>
                <a:close/>
                <a:moveTo>
                  <a:pt x="3223022" y="0"/>
                </a:moveTo>
                <a:cubicBezTo>
                  <a:pt x="3268067" y="0"/>
                  <a:pt x="3305869" y="5854"/>
                  <a:pt x="3336429" y="17562"/>
                </a:cubicBezTo>
                <a:lnTo>
                  <a:pt x="3336429" y="109836"/>
                </a:lnTo>
                <a:cubicBezTo>
                  <a:pt x="3305473" y="88801"/>
                  <a:pt x="3269258" y="78284"/>
                  <a:pt x="3227784" y="78284"/>
                </a:cubicBezTo>
                <a:cubicBezTo>
                  <a:pt x="3203575" y="78284"/>
                  <a:pt x="3184227" y="82699"/>
                  <a:pt x="3169741" y="91530"/>
                </a:cubicBezTo>
                <a:cubicBezTo>
                  <a:pt x="3155255" y="100360"/>
                  <a:pt x="3148012" y="112217"/>
                  <a:pt x="3148012" y="127100"/>
                </a:cubicBezTo>
                <a:cubicBezTo>
                  <a:pt x="3148012" y="139006"/>
                  <a:pt x="3152973" y="149970"/>
                  <a:pt x="3162895" y="159991"/>
                </a:cubicBezTo>
                <a:cubicBezTo>
                  <a:pt x="3172817" y="170012"/>
                  <a:pt x="3197324" y="183555"/>
                  <a:pt x="3236416" y="200621"/>
                </a:cubicBezTo>
                <a:cubicBezTo>
                  <a:pt x="3282255" y="220266"/>
                  <a:pt x="3313757" y="241003"/>
                  <a:pt x="3330922" y="262831"/>
                </a:cubicBezTo>
                <a:cubicBezTo>
                  <a:pt x="3348087" y="284659"/>
                  <a:pt x="3356669" y="310654"/>
                  <a:pt x="3356669" y="340817"/>
                </a:cubicBezTo>
                <a:cubicBezTo>
                  <a:pt x="3356669" y="385068"/>
                  <a:pt x="3340993" y="418803"/>
                  <a:pt x="3309640" y="442020"/>
                </a:cubicBezTo>
                <a:cubicBezTo>
                  <a:pt x="3278287" y="465237"/>
                  <a:pt x="3233737" y="476846"/>
                  <a:pt x="3175992" y="476846"/>
                </a:cubicBezTo>
                <a:cubicBezTo>
                  <a:pt x="3123208" y="476846"/>
                  <a:pt x="3079948" y="468313"/>
                  <a:pt x="3046214" y="451247"/>
                </a:cubicBezTo>
                <a:lnTo>
                  <a:pt x="3046214" y="352723"/>
                </a:lnTo>
                <a:cubicBezTo>
                  <a:pt x="3083322" y="383481"/>
                  <a:pt x="3125490" y="398860"/>
                  <a:pt x="3172718" y="398860"/>
                </a:cubicBezTo>
                <a:cubicBezTo>
                  <a:pt x="3199507" y="398860"/>
                  <a:pt x="3219648" y="394246"/>
                  <a:pt x="3233142" y="385019"/>
                </a:cubicBezTo>
                <a:cubicBezTo>
                  <a:pt x="3246636" y="375792"/>
                  <a:pt x="3253383" y="363935"/>
                  <a:pt x="3253383" y="349449"/>
                </a:cubicBezTo>
                <a:cubicBezTo>
                  <a:pt x="3253383" y="336947"/>
                  <a:pt x="3248025" y="325140"/>
                  <a:pt x="3237309" y="314028"/>
                </a:cubicBezTo>
                <a:cubicBezTo>
                  <a:pt x="3226594" y="302915"/>
                  <a:pt x="3198316" y="287834"/>
                  <a:pt x="3152477" y="268784"/>
                </a:cubicBezTo>
                <a:cubicBezTo>
                  <a:pt x="3080444" y="238225"/>
                  <a:pt x="3044428" y="193775"/>
                  <a:pt x="3044428" y="135434"/>
                </a:cubicBezTo>
                <a:cubicBezTo>
                  <a:pt x="3044428" y="92572"/>
                  <a:pt x="3060749" y="59284"/>
                  <a:pt x="3093393" y="35570"/>
                </a:cubicBezTo>
                <a:cubicBezTo>
                  <a:pt x="3126036" y="11857"/>
                  <a:pt x="3169245" y="0"/>
                  <a:pt x="3223022" y="0"/>
                </a:cubicBezTo>
                <a:close/>
                <a:moveTo>
                  <a:pt x="630436" y="0"/>
                </a:moveTo>
                <a:cubicBezTo>
                  <a:pt x="696317" y="0"/>
                  <a:pt x="749350" y="21928"/>
                  <a:pt x="789533" y="65782"/>
                </a:cubicBezTo>
                <a:cubicBezTo>
                  <a:pt x="829717" y="109637"/>
                  <a:pt x="849809" y="165993"/>
                  <a:pt x="849809" y="234851"/>
                </a:cubicBezTo>
                <a:cubicBezTo>
                  <a:pt x="849809" y="306686"/>
                  <a:pt x="828923" y="364977"/>
                  <a:pt x="787152" y="409724"/>
                </a:cubicBezTo>
                <a:cubicBezTo>
                  <a:pt x="745381" y="454472"/>
                  <a:pt x="690662" y="476846"/>
                  <a:pt x="622995" y="476846"/>
                </a:cubicBezTo>
                <a:cubicBezTo>
                  <a:pt x="556915" y="476846"/>
                  <a:pt x="503238" y="455166"/>
                  <a:pt x="461962" y="411808"/>
                </a:cubicBezTo>
                <a:cubicBezTo>
                  <a:pt x="420688" y="368449"/>
                  <a:pt x="400050" y="312639"/>
                  <a:pt x="400050" y="244376"/>
                </a:cubicBezTo>
                <a:cubicBezTo>
                  <a:pt x="400050" y="172145"/>
                  <a:pt x="421134" y="113358"/>
                  <a:pt x="463302" y="68015"/>
                </a:cubicBezTo>
                <a:cubicBezTo>
                  <a:pt x="505470" y="22672"/>
                  <a:pt x="561181" y="0"/>
                  <a:pt x="630436" y="0"/>
                </a:cubicBezTo>
                <a:close/>
                <a:moveTo>
                  <a:pt x="244673" y="0"/>
                </a:moveTo>
                <a:cubicBezTo>
                  <a:pt x="289719" y="0"/>
                  <a:pt x="327422" y="5854"/>
                  <a:pt x="357783" y="17562"/>
                </a:cubicBezTo>
                <a:lnTo>
                  <a:pt x="357783" y="112515"/>
                </a:lnTo>
                <a:cubicBezTo>
                  <a:pt x="326628" y="94258"/>
                  <a:pt x="291306" y="85130"/>
                  <a:pt x="251817" y="85130"/>
                </a:cubicBezTo>
                <a:cubicBezTo>
                  <a:pt x="206772" y="85130"/>
                  <a:pt x="170755" y="99517"/>
                  <a:pt x="143768" y="128290"/>
                </a:cubicBezTo>
                <a:cubicBezTo>
                  <a:pt x="116780" y="157064"/>
                  <a:pt x="103287" y="194668"/>
                  <a:pt x="103287" y="241102"/>
                </a:cubicBezTo>
                <a:cubicBezTo>
                  <a:pt x="103287" y="286346"/>
                  <a:pt x="116086" y="322759"/>
                  <a:pt x="141684" y="350342"/>
                </a:cubicBezTo>
                <a:cubicBezTo>
                  <a:pt x="167283" y="377925"/>
                  <a:pt x="201910" y="391716"/>
                  <a:pt x="245566" y="391716"/>
                </a:cubicBezTo>
                <a:cubicBezTo>
                  <a:pt x="286643" y="391716"/>
                  <a:pt x="324048" y="381794"/>
                  <a:pt x="357783" y="361951"/>
                </a:cubicBezTo>
                <a:lnTo>
                  <a:pt x="357783" y="452140"/>
                </a:lnTo>
                <a:cubicBezTo>
                  <a:pt x="324247" y="468611"/>
                  <a:pt x="280491" y="476846"/>
                  <a:pt x="226516" y="476846"/>
                </a:cubicBezTo>
                <a:cubicBezTo>
                  <a:pt x="157063" y="476846"/>
                  <a:pt x="101947" y="456059"/>
                  <a:pt x="61168" y="414487"/>
                </a:cubicBezTo>
                <a:cubicBezTo>
                  <a:pt x="20389" y="372914"/>
                  <a:pt x="0" y="317500"/>
                  <a:pt x="0" y="248246"/>
                </a:cubicBezTo>
                <a:cubicBezTo>
                  <a:pt x="0" y="175419"/>
                  <a:pt x="22771" y="115838"/>
                  <a:pt x="68312" y="69503"/>
                </a:cubicBezTo>
                <a:cubicBezTo>
                  <a:pt x="113853" y="23168"/>
                  <a:pt x="172641" y="0"/>
                  <a:pt x="24467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 rot="10800000">
            <a:off x="8464795" y="6186449"/>
            <a:ext cx="77627" cy="103502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 rot="10800000">
            <a:off x="8332910" y="6186449"/>
            <a:ext cx="77627" cy="103502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 rot="10800000">
            <a:off x="8201024" y="6186449"/>
            <a:ext cx="77627" cy="103502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9"/>
            </p:custDataLst>
          </p:nvPr>
        </p:nvSpPr>
        <p:spPr>
          <a:xfrm>
            <a:off x="636985" y="721784"/>
            <a:ext cx="1376936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2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28649" y="1811428"/>
            <a:ext cx="1556133" cy="2074844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129319"/>
            <a:ext cx="9144000" cy="172868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2"/>
              </a:gs>
              <a:gs pos="45000">
                <a:schemeClr val="accent1">
                  <a:lumMod val="40000"/>
                  <a:lumOff val="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/>
          <a:srcRect b="2268"/>
          <a:stretch>
            <a:fillRect/>
          </a:stretch>
        </p:blipFill>
        <p:spPr>
          <a:xfrm>
            <a:off x="782941" y="1417369"/>
            <a:ext cx="3155797" cy="3856310"/>
          </a:xfrm>
          <a:prstGeom prst="rect">
            <a:avLst/>
          </a:prstGeom>
          <a:effectLst>
            <a:reflection blurRad="6350" stA="20000" endPos="25000" dir="5400000" sy="-100000" algn="bl" rotWithShape="0"/>
          </a:effectLst>
        </p:spPr>
      </p:pic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 rot="16200000">
            <a:off x="8476537" y="2482067"/>
            <a:ext cx="77627" cy="103502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 rot="16200000">
            <a:off x="8476537" y="2306220"/>
            <a:ext cx="77627" cy="103502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 rot="16200000">
            <a:off x="8476537" y="2130373"/>
            <a:ext cx="77627" cy="103502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10"/>
            </p:custDataLst>
          </p:nvPr>
        </p:nvCxnSpPr>
        <p:spPr>
          <a:xfrm>
            <a:off x="8515350" y="2910972"/>
            <a:ext cx="0" cy="157885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3545089" y="1770538"/>
            <a:ext cx="470794" cy="62772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椭圆 24"/>
          <p:cNvSpPr/>
          <p:nvPr>
            <p:custDataLst>
              <p:tags r:id="rId12"/>
            </p:custDataLst>
          </p:nvPr>
        </p:nvSpPr>
        <p:spPr>
          <a:xfrm>
            <a:off x="3409979" y="4740062"/>
            <a:ext cx="189550" cy="252733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093028" y="2833608"/>
            <a:ext cx="3909772" cy="2895444"/>
          </a:xfrm>
        </p:spPr>
        <p:txBody>
          <a:bodyPr wrap="square" anchor="t" anchorCtr="0">
            <a:normAutofit/>
          </a:bodyPr>
          <a:lstStyle>
            <a:lvl1pPr algn="r">
              <a:defRPr sz="45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4093028" y="1179748"/>
            <a:ext cx="3909772" cy="1653860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495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970" y="1301750"/>
            <a:ext cx="399288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301750"/>
            <a:ext cx="399288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360000"/>
            <a:ext cx="7886700" cy="8640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2197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1970" y="1875099"/>
            <a:ext cx="3992880" cy="4300276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2915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1875099"/>
            <a:ext cx="3992880" cy="4300276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360045"/>
            <a:ext cx="8101489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360000"/>
            <a:ext cx="78867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301750"/>
            <a:ext cx="809931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0" y="5097454"/>
            <a:ext cx="9144000" cy="176054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2"/>
              </a:gs>
              <a:gs pos="51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箭头: V 形 8"/>
          <p:cNvSpPr/>
          <p:nvPr>
            <p:custDataLst>
              <p:tags r:id="rId4"/>
            </p:custDataLst>
          </p:nvPr>
        </p:nvSpPr>
        <p:spPr>
          <a:xfrm>
            <a:off x="8414092" y="6288876"/>
            <a:ext cx="97685" cy="13024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1" name="箭头: V 形 10"/>
          <p:cNvSpPr/>
          <p:nvPr>
            <p:custDataLst>
              <p:tags r:id="rId5"/>
            </p:custDataLst>
          </p:nvPr>
        </p:nvSpPr>
        <p:spPr>
          <a:xfrm>
            <a:off x="8305688" y="6288876"/>
            <a:ext cx="97685" cy="13024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2" name="箭头: V 形 11"/>
          <p:cNvSpPr/>
          <p:nvPr>
            <p:custDataLst>
              <p:tags r:id="rId6"/>
            </p:custDataLst>
          </p:nvPr>
        </p:nvSpPr>
        <p:spPr>
          <a:xfrm>
            <a:off x="8197286" y="6288876"/>
            <a:ext cx="97685" cy="13024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3" name="箭头: V 形 12"/>
          <p:cNvSpPr/>
          <p:nvPr>
            <p:custDataLst>
              <p:tags r:id="rId7"/>
            </p:custDataLst>
          </p:nvPr>
        </p:nvSpPr>
        <p:spPr>
          <a:xfrm>
            <a:off x="8088882" y="6288876"/>
            <a:ext cx="97685" cy="13024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5" name="矩形: 圆角 14"/>
          <p:cNvSpPr/>
          <p:nvPr>
            <p:custDataLst>
              <p:tags r:id="rId8"/>
            </p:custDataLst>
          </p:nvPr>
        </p:nvSpPr>
        <p:spPr>
          <a:xfrm>
            <a:off x="493649" y="5200010"/>
            <a:ext cx="8156703" cy="864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52400" dist="317500" dir="2700000" sx="90000" sy="9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97719" y="1011677"/>
            <a:ext cx="7730673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0"/>
            </p:custDataLst>
          </p:nvPr>
        </p:nvCxnSpPr>
        <p:spPr>
          <a:xfrm>
            <a:off x="640556" y="1011677"/>
            <a:ext cx="671513" cy="0"/>
          </a:xfrm>
          <a:prstGeom prst="line">
            <a:avLst/>
          </a:prstGeom>
          <a:ln w="31750" cap="sq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>
            <p:custDataLst>
              <p:tags r:id="rId11"/>
            </p:custDataLst>
          </p:nvPr>
        </p:nvSpPr>
        <p:spPr>
          <a:xfrm>
            <a:off x="6806162" y="2246387"/>
            <a:ext cx="1772339" cy="2363118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3000" contras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753" y="1525927"/>
            <a:ext cx="2175599" cy="3537559"/>
          </a:xfrm>
          <a:prstGeom prst="rect">
            <a:avLst/>
          </a:prstGeom>
          <a:effectLst>
            <a:reflection blurRad="6350" stA="45000" endPos="15000" dir="5400000" sy="-100000" algn="bl" rotWithShape="0"/>
          </a:effectLst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5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2" t="41396" r="52972" b="5424"/>
          <a:stretch>
            <a:fillRect/>
          </a:stretch>
        </p:blipFill>
        <p:spPr>
          <a:xfrm>
            <a:off x="5107989" y="1561866"/>
            <a:ext cx="1640428" cy="2304114"/>
          </a:xfrm>
          <a:custGeom>
            <a:avLst/>
            <a:gdLst>
              <a:gd name="connsiteX0" fmla="*/ 0 w 2745941"/>
              <a:gd name="connsiteY0" fmla="*/ 0 h 2892674"/>
              <a:gd name="connsiteX1" fmla="*/ 1318159 w 2745941"/>
              <a:gd name="connsiteY1" fmla="*/ 0 h 2892674"/>
              <a:gd name="connsiteX2" fmla="*/ 2745941 w 2745941"/>
              <a:gd name="connsiteY2" fmla="*/ 1216259 h 2892674"/>
              <a:gd name="connsiteX3" fmla="*/ 2745941 w 2745941"/>
              <a:gd name="connsiteY3" fmla="*/ 2892674 h 2892674"/>
              <a:gd name="connsiteX4" fmla="*/ 0 w 2745941"/>
              <a:gd name="connsiteY4" fmla="*/ 2892674 h 289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5941" h="2892674">
                <a:moveTo>
                  <a:pt x="0" y="0"/>
                </a:moveTo>
                <a:lnTo>
                  <a:pt x="1318159" y="0"/>
                </a:lnTo>
                <a:lnTo>
                  <a:pt x="2745941" y="1216259"/>
                </a:lnTo>
                <a:lnTo>
                  <a:pt x="2745941" y="2892674"/>
                </a:lnTo>
                <a:lnTo>
                  <a:pt x="0" y="2892674"/>
                </a:lnTo>
                <a:close/>
              </a:path>
            </a:pathLst>
          </a:custGeom>
        </p:spPr>
      </p:pic>
      <p:sp>
        <p:nvSpPr>
          <p:cNvPr id="23" name="椭圆 22"/>
          <p:cNvSpPr/>
          <p:nvPr>
            <p:custDataLst>
              <p:tags r:id="rId18"/>
            </p:custDataLst>
          </p:nvPr>
        </p:nvSpPr>
        <p:spPr>
          <a:xfrm>
            <a:off x="4948564" y="3032608"/>
            <a:ext cx="159425" cy="212567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椭圆 24"/>
          <p:cNvSpPr/>
          <p:nvPr>
            <p:custDataLst>
              <p:tags r:id="rId19"/>
            </p:custDataLst>
          </p:nvPr>
        </p:nvSpPr>
        <p:spPr>
          <a:xfrm>
            <a:off x="5161142" y="3979796"/>
            <a:ext cx="361478" cy="481971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0"/>
            </p:custDataLst>
          </p:nvPr>
        </p:nvSpPr>
        <p:spPr>
          <a:xfrm>
            <a:off x="628650" y="1110555"/>
            <a:ext cx="4204206" cy="2309181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628650" y="3514938"/>
            <a:ext cx="4204206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3000" b="1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629099" y="504000"/>
            <a:ext cx="216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26"/>
            </p:custDataLst>
          </p:nvPr>
        </p:nvSpPr>
        <p:spPr>
          <a:xfrm>
            <a:off x="6354902" y="504000"/>
            <a:ext cx="216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7"/>
            </p:custDataLst>
          </p:nvPr>
        </p:nvSpPr>
        <p:spPr>
          <a:xfrm>
            <a:off x="637547" y="5380010"/>
            <a:ext cx="2160000" cy="504000"/>
          </a:xfrm>
          <a:prstGeom prst="roundRect">
            <a:avLst>
              <a:gd name="adj" fmla="val 50000"/>
            </a:avLst>
          </a:prstGeom>
          <a:gradFill>
            <a:gsLst>
              <a:gs pos="64000">
                <a:schemeClr val="accent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vert="horz" wrap="square" lIns="0" tIns="0" rIns="0" bIns="0" rtlCol="0" anchor="ctr" anchorCtr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1350" b="1" dirty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marL="228600" lvl="0" indent="-228600" algn="ctr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/>
          <p:nvPr>
            <p:ph type="title"/>
          </p:nvPr>
        </p:nvSpPr>
        <p:spPr>
          <a:xfrm>
            <a:off x="714240" y="2000160"/>
            <a:ext cx="7714080" cy="19278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US" sz="4400" b="0" strike="noStrike" spc="-1">
              <a:latin typeface="Arial" panose="020B0604020202020204" pitchFamily="34" charset="0"/>
            </a:endParaRPr>
          </a:p>
        </p:txBody>
      </p:sp>
      <p:sp>
        <p:nvSpPr>
          <p:cNvPr id="54" name="PlaceHolder 2"/>
          <p:cNvSpPr/>
          <p:nvPr>
            <p:ph type="body" idx="13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/>
          <p:nvPr>
            <p:ph type="title"/>
          </p:nvPr>
        </p:nvSpPr>
        <p:spPr>
          <a:xfrm>
            <a:off x="714240" y="2000160"/>
            <a:ext cx="7714080" cy="19278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US" sz="4400" b="0" strike="noStrike" spc="-1">
              <a:latin typeface="Arial" panose="020B0604020202020204" pitchFamily="34" charset="0"/>
            </a:endParaRPr>
          </a:p>
        </p:txBody>
      </p:sp>
      <p:sp>
        <p:nvSpPr>
          <p:cNvPr id="56" name="PlaceHolder 2"/>
          <p:cNvSpPr/>
          <p:nvPr>
            <p:ph type="body" idx="13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 pitchFamily="34" charset="0"/>
            </a:endParaRPr>
          </a:p>
        </p:txBody>
      </p:sp>
      <p:sp>
        <p:nvSpPr>
          <p:cNvPr id="57" name="PlaceHolder 3"/>
          <p:cNvSpPr/>
          <p:nvPr>
            <p:ph type="body" idx="14"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3200" b="0" strike="noStrike" spc="-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3999" cy="51434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4680341"/>
            <a:ext cx="9144000" cy="13204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2"/>
              </a:gs>
              <a:gs pos="51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箭头: V 形 8"/>
          <p:cNvSpPr/>
          <p:nvPr userDrawn="1">
            <p:custDataLst>
              <p:tags r:id="rId4"/>
            </p:custDataLst>
          </p:nvPr>
        </p:nvSpPr>
        <p:spPr>
          <a:xfrm>
            <a:off x="8414092" y="5573907"/>
            <a:ext cx="97685" cy="97685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1" name="箭头: V 形 10"/>
          <p:cNvSpPr/>
          <p:nvPr userDrawn="1">
            <p:custDataLst>
              <p:tags r:id="rId5"/>
            </p:custDataLst>
          </p:nvPr>
        </p:nvSpPr>
        <p:spPr>
          <a:xfrm>
            <a:off x="8305688" y="5573907"/>
            <a:ext cx="97685" cy="97685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2" name="箭头: V 形 11"/>
          <p:cNvSpPr/>
          <p:nvPr userDrawn="1">
            <p:custDataLst>
              <p:tags r:id="rId6"/>
            </p:custDataLst>
          </p:nvPr>
        </p:nvSpPr>
        <p:spPr>
          <a:xfrm>
            <a:off x="8197286" y="5573907"/>
            <a:ext cx="97685" cy="97685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3" name="箭头: V 形 12"/>
          <p:cNvSpPr/>
          <p:nvPr userDrawn="1">
            <p:custDataLst>
              <p:tags r:id="rId7"/>
            </p:custDataLst>
          </p:nvPr>
        </p:nvSpPr>
        <p:spPr>
          <a:xfrm>
            <a:off x="8088882" y="5573907"/>
            <a:ext cx="97685" cy="97685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5" name="矩形: 圆角 14"/>
          <p:cNvSpPr/>
          <p:nvPr userDrawn="1">
            <p:custDataLst>
              <p:tags r:id="rId8"/>
            </p:custDataLst>
          </p:nvPr>
        </p:nvSpPr>
        <p:spPr>
          <a:xfrm>
            <a:off x="493649" y="4757258"/>
            <a:ext cx="8156703" cy="64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52400" dist="317500" dir="2700000" sx="90000" sy="9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 userDrawn="1">
            <p:custDataLst>
              <p:tags r:id="rId9"/>
            </p:custDataLst>
          </p:nvPr>
        </p:nvCxnSpPr>
        <p:spPr>
          <a:xfrm>
            <a:off x="797719" y="1616008"/>
            <a:ext cx="7730673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10"/>
            </p:custDataLst>
          </p:nvPr>
        </p:nvCxnSpPr>
        <p:spPr>
          <a:xfrm>
            <a:off x="640556" y="1616008"/>
            <a:ext cx="671513" cy="0"/>
          </a:xfrm>
          <a:prstGeom prst="line">
            <a:avLst/>
          </a:prstGeom>
          <a:ln w="31750" cap="sq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/>
          <a:srcRect b="20383"/>
          <a:stretch>
            <a:fillRect/>
          </a:stretch>
        </p:blipFill>
        <p:spPr>
          <a:xfrm>
            <a:off x="5179941" y="2551276"/>
            <a:ext cx="3507581" cy="274146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3000" contras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81653" y="1719110"/>
            <a:ext cx="3805869" cy="3261854"/>
          </a:xfrm>
          <a:prstGeom prst="rect">
            <a:avLst/>
          </a:prstGeom>
        </p:spPr>
      </p:pic>
      <p:sp>
        <p:nvSpPr>
          <p:cNvPr id="22" name="椭圆 21"/>
          <p:cNvSpPr/>
          <p:nvPr userDrawn="1">
            <p:custDataLst>
              <p:tags r:id="rId16"/>
            </p:custDataLst>
          </p:nvPr>
        </p:nvSpPr>
        <p:spPr>
          <a:xfrm>
            <a:off x="7600908" y="2022764"/>
            <a:ext cx="1021308" cy="1021308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3" name="椭圆 22"/>
          <p:cNvSpPr/>
          <p:nvPr userDrawn="1">
            <p:custDataLst>
              <p:tags r:id="rId17"/>
            </p:custDataLst>
          </p:nvPr>
        </p:nvSpPr>
        <p:spPr>
          <a:xfrm>
            <a:off x="4919017" y="2981586"/>
            <a:ext cx="159425" cy="15942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椭圆 24"/>
          <p:cNvSpPr/>
          <p:nvPr userDrawn="1">
            <p:custDataLst>
              <p:tags r:id="rId18"/>
            </p:custDataLst>
          </p:nvPr>
        </p:nvSpPr>
        <p:spPr>
          <a:xfrm>
            <a:off x="5131595" y="3691977"/>
            <a:ext cx="361478" cy="361478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9"/>
            </p:custDataLst>
          </p:nvPr>
        </p:nvSpPr>
        <p:spPr>
          <a:xfrm>
            <a:off x="628649" y="1752244"/>
            <a:ext cx="4290367" cy="189438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0"/>
            </p:custDataLst>
          </p:nvPr>
        </p:nvSpPr>
        <p:spPr>
          <a:xfrm>
            <a:off x="628649" y="3767897"/>
            <a:ext cx="4290367" cy="729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4"/>
            </p:custDataLst>
          </p:nvPr>
        </p:nvSpPr>
        <p:spPr>
          <a:xfrm>
            <a:off x="628649" y="1235250"/>
            <a:ext cx="2160000" cy="378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25"/>
            </p:custDataLst>
          </p:nvPr>
        </p:nvSpPr>
        <p:spPr>
          <a:xfrm>
            <a:off x="6355350" y="1235250"/>
            <a:ext cx="2160000" cy="378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628649" y="4892258"/>
            <a:ext cx="2160000" cy="378000"/>
          </a:xfrm>
          <a:prstGeom prst="roundRect">
            <a:avLst>
              <a:gd name="adj" fmla="val 50000"/>
            </a:avLst>
          </a:prstGeom>
          <a:gradFill>
            <a:gsLst>
              <a:gs pos="64000">
                <a:schemeClr val="accent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1800" b="1" dirty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marL="0" lvl="0" algn="ctr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3999" cy="51434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椭圆 3"/>
          <p:cNvSpPr/>
          <p:nvPr userDrawn="1">
            <p:custDataLst>
              <p:tags r:id="rId3"/>
            </p:custDataLst>
          </p:nvPr>
        </p:nvSpPr>
        <p:spPr>
          <a:xfrm>
            <a:off x="358589" y="1372706"/>
            <a:ext cx="810000" cy="810000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7363679" y="857250"/>
            <a:ext cx="1780322" cy="51435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2"/>
              </a:gs>
              <a:gs pos="51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6" name="直接连接符 5"/>
          <p:cNvCxnSpPr/>
          <p:nvPr userDrawn="1">
            <p:custDataLst>
              <p:tags r:id="rId5"/>
            </p:custDataLst>
          </p:nvPr>
        </p:nvCxnSpPr>
        <p:spPr>
          <a:xfrm>
            <a:off x="2044878" y="1794471"/>
            <a:ext cx="0" cy="225790"/>
          </a:xfrm>
          <a:prstGeom prst="line">
            <a:avLst/>
          </a:prstGeom>
          <a:ln w="539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>
            <p:custDataLst>
              <p:tags r:id="rId6"/>
            </p:custDataLst>
          </p:nvPr>
        </p:nvCxnSpPr>
        <p:spPr>
          <a:xfrm>
            <a:off x="668143" y="5535900"/>
            <a:ext cx="7047107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5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2" t="41396" r="52972" b="5424"/>
          <a:stretch>
            <a:fillRect/>
          </a:stretch>
        </p:blipFill>
        <p:spPr>
          <a:xfrm>
            <a:off x="6803097" y="857250"/>
            <a:ext cx="1295453" cy="1364678"/>
          </a:xfrm>
          <a:custGeom>
            <a:avLst/>
            <a:gdLst>
              <a:gd name="connsiteX0" fmla="*/ 0 w 2745941"/>
              <a:gd name="connsiteY0" fmla="*/ 0 h 2892674"/>
              <a:gd name="connsiteX1" fmla="*/ 1318159 w 2745941"/>
              <a:gd name="connsiteY1" fmla="*/ 0 h 2892674"/>
              <a:gd name="connsiteX2" fmla="*/ 2745941 w 2745941"/>
              <a:gd name="connsiteY2" fmla="*/ 1216259 h 2892674"/>
              <a:gd name="connsiteX3" fmla="*/ 2745941 w 2745941"/>
              <a:gd name="connsiteY3" fmla="*/ 2892674 h 2892674"/>
              <a:gd name="connsiteX4" fmla="*/ 0 w 2745941"/>
              <a:gd name="connsiteY4" fmla="*/ 2892674 h 289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5941" h="2892674">
                <a:moveTo>
                  <a:pt x="0" y="0"/>
                </a:moveTo>
                <a:lnTo>
                  <a:pt x="1318159" y="0"/>
                </a:lnTo>
                <a:lnTo>
                  <a:pt x="2745941" y="1216259"/>
                </a:lnTo>
                <a:lnTo>
                  <a:pt x="2745941" y="2892674"/>
                </a:lnTo>
                <a:lnTo>
                  <a:pt x="0" y="2892674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5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011" t="49347" r="10078"/>
          <a:stretch>
            <a:fillRect/>
          </a:stretch>
        </p:blipFill>
        <p:spPr>
          <a:xfrm>
            <a:off x="7296150" y="857250"/>
            <a:ext cx="1847849" cy="1173701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>
            <p:custDataLst>
              <p:tags r:id="rId13"/>
            </p:custDataLst>
          </p:nvPr>
        </p:nvCxnSpPr>
        <p:spPr>
          <a:xfrm>
            <a:off x="635794" y="5535900"/>
            <a:ext cx="671513" cy="0"/>
          </a:xfrm>
          <a:prstGeom prst="line">
            <a:avLst/>
          </a:prstGeom>
          <a:ln w="31750" cap="sq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 userDrawn="1">
            <p:custDataLst>
              <p:tags r:id="rId14"/>
            </p:custDataLst>
          </p:nvPr>
        </p:nvSpPr>
        <p:spPr>
          <a:xfrm>
            <a:off x="393218" y="1474983"/>
            <a:ext cx="230771" cy="230771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: 形状 15"/>
          <p:cNvSpPr/>
          <p:nvPr userDrawn="1">
            <p:custDataLst>
              <p:tags r:id="rId15"/>
            </p:custDataLst>
          </p:nvPr>
        </p:nvSpPr>
        <p:spPr>
          <a:xfrm>
            <a:off x="2340904" y="1658807"/>
            <a:ext cx="3499361" cy="497117"/>
          </a:xfrm>
          <a:custGeom>
            <a:avLst/>
            <a:gdLst/>
            <a:ahLst/>
            <a:cxnLst/>
            <a:rect l="l" t="t" r="r" b="b"/>
            <a:pathLst>
              <a:path w="3356669" h="476846">
                <a:moveTo>
                  <a:pt x="627459" y="85130"/>
                </a:moveTo>
                <a:cubicBezTo>
                  <a:pt x="588963" y="85130"/>
                  <a:pt x="558651" y="99418"/>
                  <a:pt x="536525" y="127993"/>
                </a:cubicBezTo>
                <a:cubicBezTo>
                  <a:pt x="514400" y="156568"/>
                  <a:pt x="503337" y="193576"/>
                  <a:pt x="503337" y="239018"/>
                </a:cubicBezTo>
                <a:cubicBezTo>
                  <a:pt x="503337" y="283865"/>
                  <a:pt x="514152" y="320527"/>
                  <a:pt x="535781" y="349002"/>
                </a:cubicBezTo>
                <a:cubicBezTo>
                  <a:pt x="557411" y="377478"/>
                  <a:pt x="587077" y="391716"/>
                  <a:pt x="624781" y="391716"/>
                </a:cubicBezTo>
                <a:cubicBezTo>
                  <a:pt x="663277" y="391716"/>
                  <a:pt x="693241" y="378074"/>
                  <a:pt x="714673" y="350788"/>
                </a:cubicBezTo>
                <a:cubicBezTo>
                  <a:pt x="736104" y="323503"/>
                  <a:pt x="746820" y="286842"/>
                  <a:pt x="746820" y="240804"/>
                </a:cubicBezTo>
                <a:cubicBezTo>
                  <a:pt x="746820" y="192783"/>
                  <a:pt x="736402" y="154831"/>
                  <a:pt x="715566" y="126951"/>
                </a:cubicBezTo>
                <a:cubicBezTo>
                  <a:pt x="694730" y="99070"/>
                  <a:pt x="665361" y="85130"/>
                  <a:pt x="627459" y="85130"/>
                </a:cubicBezTo>
                <a:close/>
                <a:moveTo>
                  <a:pt x="2643187" y="7740"/>
                </a:moveTo>
                <a:lnTo>
                  <a:pt x="3004542" y="7740"/>
                </a:lnTo>
                <a:lnTo>
                  <a:pt x="3004542" y="88107"/>
                </a:lnTo>
                <a:lnTo>
                  <a:pt x="2872978" y="88107"/>
                </a:lnTo>
                <a:lnTo>
                  <a:pt x="2872978" y="468809"/>
                </a:lnTo>
                <a:lnTo>
                  <a:pt x="2774454" y="468809"/>
                </a:lnTo>
                <a:lnTo>
                  <a:pt x="2774454" y="88107"/>
                </a:lnTo>
                <a:lnTo>
                  <a:pt x="2643187" y="88107"/>
                </a:lnTo>
                <a:close/>
                <a:moveTo>
                  <a:pt x="2171998" y="7740"/>
                </a:moveTo>
                <a:lnTo>
                  <a:pt x="2279154" y="7740"/>
                </a:lnTo>
                <a:lnTo>
                  <a:pt x="2467273" y="297657"/>
                </a:lnTo>
                <a:cubicBezTo>
                  <a:pt x="2479774" y="316905"/>
                  <a:pt x="2487414" y="329109"/>
                  <a:pt x="2490192" y="334268"/>
                </a:cubicBezTo>
                <a:lnTo>
                  <a:pt x="2491680" y="334268"/>
                </a:lnTo>
                <a:cubicBezTo>
                  <a:pt x="2489696" y="323156"/>
                  <a:pt x="2488704" y="301923"/>
                  <a:pt x="2488704" y="270570"/>
                </a:cubicBezTo>
                <a:lnTo>
                  <a:pt x="2488704" y="7740"/>
                </a:lnTo>
                <a:lnTo>
                  <a:pt x="2581870" y="7740"/>
                </a:lnTo>
                <a:lnTo>
                  <a:pt x="2581870" y="468809"/>
                </a:lnTo>
                <a:lnTo>
                  <a:pt x="2481262" y="468809"/>
                </a:lnTo>
                <a:lnTo>
                  <a:pt x="2286000" y="170557"/>
                </a:lnTo>
                <a:cubicBezTo>
                  <a:pt x="2275880" y="155079"/>
                  <a:pt x="2268537" y="142578"/>
                  <a:pt x="2263973" y="133053"/>
                </a:cubicBezTo>
                <a:lnTo>
                  <a:pt x="2262485" y="133053"/>
                </a:lnTo>
                <a:cubicBezTo>
                  <a:pt x="2264271" y="148928"/>
                  <a:pt x="2265164" y="173435"/>
                  <a:pt x="2265164" y="206574"/>
                </a:cubicBezTo>
                <a:lnTo>
                  <a:pt x="2265164" y="468809"/>
                </a:lnTo>
                <a:lnTo>
                  <a:pt x="2171998" y="468809"/>
                </a:lnTo>
                <a:close/>
                <a:moveTo>
                  <a:pt x="1819573" y="7740"/>
                </a:moveTo>
                <a:lnTo>
                  <a:pt x="2081808" y="7740"/>
                </a:lnTo>
                <a:lnTo>
                  <a:pt x="2081808" y="88107"/>
                </a:lnTo>
                <a:lnTo>
                  <a:pt x="1917799" y="88107"/>
                </a:lnTo>
                <a:lnTo>
                  <a:pt x="1917799" y="196751"/>
                </a:lnTo>
                <a:lnTo>
                  <a:pt x="2070199" y="196751"/>
                </a:lnTo>
                <a:lnTo>
                  <a:pt x="2070199" y="276821"/>
                </a:lnTo>
                <a:lnTo>
                  <a:pt x="1917799" y="276821"/>
                </a:lnTo>
                <a:lnTo>
                  <a:pt x="1917799" y="388442"/>
                </a:lnTo>
                <a:lnTo>
                  <a:pt x="2092523" y="388442"/>
                </a:lnTo>
                <a:lnTo>
                  <a:pt x="2092523" y="468809"/>
                </a:lnTo>
                <a:lnTo>
                  <a:pt x="1819573" y="468809"/>
                </a:lnTo>
                <a:close/>
                <a:moveTo>
                  <a:pt x="1395412" y="7740"/>
                </a:moveTo>
                <a:lnTo>
                  <a:pt x="1756767" y="7740"/>
                </a:lnTo>
                <a:lnTo>
                  <a:pt x="1756767" y="88107"/>
                </a:lnTo>
                <a:lnTo>
                  <a:pt x="1625203" y="88107"/>
                </a:lnTo>
                <a:lnTo>
                  <a:pt x="1625203" y="468809"/>
                </a:lnTo>
                <a:lnTo>
                  <a:pt x="1526679" y="468809"/>
                </a:lnTo>
                <a:lnTo>
                  <a:pt x="1526679" y="88107"/>
                </a:lnTo>
                <a:lnTo>
                  <a:pt x="1395412" y="88107"/>
                </a:lnTo>
                <a:close/>
                <a:moveTo>
                  <a:pt x="924223" y="7740"/>
                </a:moveTo>
                <a:lnTo>
                  <a:pt x="1031379" y="7740"/>
                </a:lnTo>
                <a:lnTo>
                  <a:pt x="1219498" y="297657"/>
                </a:lnTo>
                <a:cubicBezTo>
                  <a:pt x="1231999" y="316905"/>
                  <a:pt x="1239639" y="329109"/>
                  <a:pt x="1242417" y="334268"/>
                </a:cubicBezTo>
                <a:lnTo>
                  <a:pt x="1243905" y="334268"/>
                </a:lnTo>
                <a:cubicBezTo>
                  <a:pt x="1241921" y="323156"/>
                  <a:pt x="1240929" y="301923"/>
                  <a:pt x="1240929" y="270570"/>
                </a:cubicBezTo>
                <a:lnTo>
                  <a:pt x="1240929" y="7740"/>
                </a:lnTo>
                <a:lnTo>
                  <a:pt x="1334095" y="7740"/>
                </a:lnTo>
                <a:lnTo>
                  <a:pt x="1334095" y="468809"/>
                </a:lnTo>
                <a:lnTo>
                  <a:pt x="1233487" y="468809"/>
                </a:lnTo>
                <a:lnTo>
                  <a:pt x="1038225" y="170557"/>
                </a:lnTo>
                <a:cubicBezTo>
                  <a:pt x="1028105" y="155079"/>
                  <a:pt x="1020763" y="142578"/>
                  <a:pt x="1016198" y="133053"/>
                </a:cubicBezTo>
                <a:lnTo>
                  <a:pt x="1014710" y="133053"/>
                </a:lnTo>
                <a:cubicBezTo>
                  <a:pt x="1016496" y="148928"/>
                  <a:pt x="1017389" y="173435"/>
                  <a:pt x="1017389" y="206574"/>
                </a:cubicBezTo>
                <a:lnTo>
                  <a:pt x="1017389" y="468809"/>
                </a:lnTo>
                <a:lnTo>
                  <a:pt x="924223" y="468809"/>
                </a:lnTo>
                <a:close/>
                <a:moveTo>
                  <a:pt x="3223022" y="0"/>
                </a:moveTo>
                <a:cubicBezTo>
                  <a:pt x="3268067" y="0"/>
                  <a:pt x="3305869" y="5854"/>
                  <a:pt x="3336429" y="17562"/>
                </a:cubicBezTo>
                <a:lnTo>
                  <a:pt x="3336429" y="109836"/>
                </a:lnTo>
                <a:cubicBezTo>
                  <a:pt x="3305473" y="88801"/>
                  <a:pt x="3269258" y="78284"/>
                  <a:pt x="3227784" y="78284"/>
                </a:cubicBezTo>
                <a:cubicBezTo>
                  <a:pt x="3203575" y="78284"/>
                  <a:pt x="3184227" y="82699"/>
                  <a:pt x="3169741" y="91530"/>
                </a:cubicBezTo>
                <a:cubicBezTo>
                  <a:pt x="3155255" y="100360"/>
                  <a:pt x="3148012" y="112217"/>
                  <a:pt x="3148012" y="127100"/>
                </a:cubicBezTo>
                <a:cubicBezTo>
                  <a:pt x="3148012" y="139006"/>
                  <a:pt x="3152973" y="149970"/>
                  <a:pt x="3162895" y="159991"/>
                </a:cubicBezTo>
                <a:cubicBezTo>
                  <a:pt x="3172817" y="170012"/>
                  <a:pt x="3197324" y="183555"/>
                  <a:pt x="3236416" y="200621"/>
                </a:cubicBezTo>
                <a:cubicBezTo>
                  <a:pt x="3282255" y="220266"/>
                  <a:pt x="3313757" y="241003"/>
                  <a:pt x="3330922" y="262831"/>
                </a:cubicBezTo>
                <a:cubicBezTo>
                  <a:pt x="3348087" y="284659"/>
                  <a:pt x="3356669" y="310654"/>
                  <a:pt x="3356669" y="340817"/>
                </a:cubicBezTo>
                <a:cubicBezTo>
                  <a:pt x="3356669" y="385068"/>
                  <a:pt x="3340993" y="418803"/>
                  <a:pt x="3309640" y="442020"/>
                </a:cubicBezTo>
                <a:cubicBezTo>
                  <a:pt x="3278287" y="465237"/>
                  <a:pt x="3233737" y="476846"/>
                  <a:pt x="3175992" y="476846"/>
                </a:cubicBezTo>
                <a:cubicBezTo>
                  <a:pt x="3123208" y="476846"/>
                  <a:pt x="3079948" y="468313"/>
                  <a:pt x="3046214" y="451247"/>
                </a:cubicBezTo>
                <a:lnTo>
                  <a:pt x="3046214" y="352723"/>
                </a:lnTo>
                <a:cubicBezTo>
                  <a:pt x="3083322" y="383481"/>
                  <a:pt x="3125490" y="398860"/>
                  <a:pt x="3172718" y="398860"/>
                </a:cubicBezTo>
                <a:cubicBezTo>
                  <a:pt x="3199507" y="398860"/>
                  <a:pt x="3219648" y="394246"/>
                  <a:pt x="3233142" y="385019"/>
                </a:cubicBezTo>
                <a:cubicBezTo>
                  <a:pt x="3246636" y="375792"/>
                  <a:pt x="3253383" y="363935"/>
                  <a:pt x="3253383" y="349449"/>
                </a:cubicBezTo>
                <a:cubicBezTo>
                  <a:pt x="3253383" y="336947"/>
                  <a:pt x="3248025" y="325140"/>
                  <a:pt x="3237309" y="314028"/>
                </a:cubicBezTo>
                <a:cubicBezTo>
                  <a:pt x="3226594" y="302915"/>
                  <a:pt x="3198316" y="287834"/>
                  <a:pt x="3152477" y="268784"/>
                </a:cubicBezTo>
                <a:cubicBezTo>
                  <a:pt x="3080444" y="238225"/>
                  <a:pt x="3044428" y="193775"/>
                  <a:pt x="3044428" y="135434"/>
                </a:cubicBezTo>
                <a:cubicBezTo>
                  <a:pt x="3044428" y="92572"/>
                  <a:pt x="3060749" y="59284"/>
                  <a:pt x="3093393" y="35570"/>
                </a:cubicBezTo>
                <a:cubicBezTo>
                  <a:pt x="3126036" y="11857"/>
                  <a:pt x="3169245" y="0"/>
                  <a:pt x="3223022" y="0"/>
                </a:cubicBezTo>
                <a:close/>
                <a:moveTo>
                  <a:pt x="630436" y="0"/>
                </a:moveTo>
                <a:cubicBezTo>
                  <a:pt x="696317" y="0"/>
                  <a:pt x="749350" y="21928"/>
                  <a:pt x="789533" y="65782"/>
                </a:cubicBezTo>
                <a:cubicBezTo>
                  <a:pt x="829717" y="109637"/>
                  <a:pt x="849809" y="165993"/>
                  <a:pt x="849809" y="234851"/>
                </a:cubicBezTo>
                <a:cubicBezTo>
                  <a:pt x="849809" y="306686"/>
                  <a:pt x="828923" y="364977"/>
                  <a:pt x="787152" y="409724"/>
                </a:cubicBezTo>
                <a:cubicBezTo>
                  <a:pt x="745381" y="454472"/>
                  <a:pt x="690662" y="476846"/>
                  <a:pt x="622995" y="476846"/>
                </a:cubicBezTo>
                <a:cubicBezTo>
                  <a:pt x="556915" y="476846"/>
                  <a:pt x="503238" y="455166"/>
                  <a:pt x="461962" y="411808"/>
                </a:cubicBezTo>
                <a:cubicBezTo>
                  <a:pt x="420688" y="368449"/>
                  <a:pt x="400050" y="312639"/>
                  <a:pt x="400050" y="244376"/>
                </a:cubicBezTo>
                <a:cubicBezTo>
                  <a:pt x="400050" y="172145"/>
                  <a:pt x="421134" y="113358"/>
                  <a:pt x="463302" y="68015"/>
                </a:cubicBezTo>
                <a:cubicBezTo>
                  <a:pt x="505470" y="22672"/>
                  <a:pt x="561181" y="0"/>
                  <a:pt x="630436" y="0"/>
                </a:cubicBezTo>
                <a:close/>
                <a:moveTo>
                  <a:pt x="244673" y="0"/>
                </a:moveTo>
                <a:cubicBezTo>
                  <a:pt x="289719" y="0"/>
                  <a:pt x="327422" y="5854"/>
                  <a:pt x="357783" y="17562"/>
                </a:cubicBezTo>
                <a:lnTo>
                  <a:pt x="357783" y="112515"/>
                </a:lnTo>
                <a:cubicBezTo>
                  <a:pt x="326628" y="94258"/>
                  <a:pt x="291306" y="85130"/>
                  <a:pt x="251817" y="85130"/>
                </a:cubicBezTo>
                <a:cubicBezTo>
                  <a:pt x="206772" y="85130"/>
                  <a:pt x="170755" y="99517"/>
                  <a:pt x="143768" y="128290"/>
                </a:cubicBezTo>
                <a:cubicBezTo>
                  <a:pt x="116780" y="157064"/>
                  <a:pt x="103287" y="194668"/>
                  <a:pt x="103287" y="241102"/>
                </a:cubicBezTo>
                <a:cubicBezTo>
                  <a:pt x="103287" y="286346"/>
                  <a:pt x="116086" y="322759"/>
                  <a:pt x="141684" y="350342"/>
                </a:cubicBezTo>
                <a:cubicBezTo>
                  <a:pt x="167283" y="377925"/>
                  <a:pt x="201910" y="391716"/>
                  <a:pt x="245566" y="391716"/>
                </a:cubicBezTo>
                <a:cubicBezTo>
                  <a:pt x="286643" y="391716"/>
                  <a:pt x="324048" y="381794"/>
                  <a:pt x="357783" y="361951"/>
                </a:cubicBezTo>
                <a:lnTo>
                  <a:pt x="357783" y="452140"/>
                </a:lnTo>
                <a:cubicBezTo>
                  <a:pt x="324247" y="468611"/>
                  <a:pt x="280491" y="476846"/>
                  <a:pt x="226516" y="476846"/>
                </a:cubicBezTo>
                <a:cubicBezTo>
                  <a:pt x="157063" y="476846"/>
                  <a:pt x="101947" y="456059"/>
                  <a:pt x="61168" y="414487"/>
                </a:cubicBezTo>
                <a:cubicBezTo>
                  <a:pt x="20389" y="372914"/>
                  <a:pt x="0" y="317500"/>
                  <a:pt x="0" y="248246"/>
                </a:cubicBezTo>
                <a:cubicBezTo>
                  <a:pt x="0" y="175419"/>
                  <a:pt x="22771" y="115838"/>
                  <a:pt x="68312" y="69503"/>
                </a:cubicBezTo>
                <a:cubicBezTo>
                  <a:pt x="113853" y="23168"/>
                  <a:pt x="172641" y="0"/>
                  <a:pt x="24467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17" name="文本框 16"/>
          <p:cNvSpPr txBox="1"/>
          <p:nvPr userDrawn="1">
            <p:custDataLst>
              <p:tags r:id="rId16"/>
            </p:custDataLst>
          </p:nvPr>
        </p:nvSpPr>
        <p:spPr>
          <a:xfrm rot="10800000">
            <a:off x="8464795" y="5497087"/>
            <a:ext cx="77627" cy="77627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 userDrawn="1">
            <p:custDataLst>
              <p:tags r:id="rId17"/>
            </p:custDataLst>
          </p:nvPr>
        </p:nvSpPr>
        <p:spPr>
          <a:xfrm rot="10800000">
            <a:off x="8332910" y="5497087"/>
            <a:ext cx="77627" cy="77627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 userDrawn="1">
            <p:custDataLst>
              <p:tags r:id="rId18"/>
            </p:custDataLst>
          </p:nvPr>
        </p:nvSpPr>
        <p:spPr>
          <a:xfrm rot="10800000">
            <a:off x="8201024" y="5497087"/>
            <a:ext cx="77627" cy="77627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9"/>
            </p:custDataLst>
          </p:nvPr>
        </p:nvSpPr>
        <p:spPr>
          <a:xfrm>
            <a:off x="636985" y="1398588"/>
            <a:ext cx="1376936" cy="810816"/>
          </a:xfrm>
        </p:spPr>
        <p:txBody>
          <a:bodyPr wrap="square" anchor="b">
            <a:normAutofit/>
          </a:bodyPr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2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3999" cy="51434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 userDrawn="1">
            <p:custDataLst>
              <p:tags r:id="rId3"/>
            </p:custDataLst>
          </p:nvPr>
        </p:nvSpPr>
        <p:spPr>
          <a:xfrm>
            <a:off x="628649" y="2215821"/>
            <a:ext cx="1556133" cy="1556133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4704239"/>
            <a:ext cx="9144000" cy="129651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2"/>
              </a:gs>
              <a:gs pos="45000">
                <a:schemeClr val="accent1">
                  <a:lumMod val="40000"/>
                  <a:lumOff val="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/>
          <a:srcRect b="2268"/>
          <a:stretch>
            <a:fillRect/>
          </a:stretch>
        </p:blipFill>
        <p:spPr>
          <a:xfrm>
            <a:off x="782941" y="1920277"/>
            <a:ext cx="3155797" cy="2892233"/>
          </a:xfrm>
          <a:prstGeom prst="rect">
            <a:avLst/>
          </a:prstGeom>
          <a:effectLst>
            <a:reflection blurRad="6350" stA="20000" endPos="25000" dir="5400000" sy="-100000" algn="bl" rotWithShape="0"/>
          </a:effectLst>
        </p:spPr>
      </p:pic>
      <p:sp>
        <p:nvSpPr>
          <p:cNvPr id="17" name="文本框 16"/>
          <p:cNvSpPr txBox="1"/>
          <p:nvPr userDrawn="1">
            <p:custDataLst>
              <p:tags r:id="rId7"/>
            </p:custDataLst>
          </p:nvPr>
        </p:nvSpPr>
        <p:spPr>
          <a:xfrm rot="16200000">
            <a:off x="8476537" y="2718800"/>
            <a:ext cx="77627" cy="77627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 userDrawn="1">
            <p:custDataLst>
              <p:tags r:id="rId8"/>
            </p:custDataLst>
          </p:nvPr>
        </p:nvSpPr>
        <p:spPr>
          <a:xfrm rot="16200000">
            <a:off x="8476537" y="2586915"/>
            <a:ext cx="77627" cy="77627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 userDrawn="1">
            <p:custDataLst>
              <p:tags r:id="rId9"/>
            </p:custDataLst>
          </p:nvPr>
        </p:nvSpPr>
        <p:spPr>
          <a:xfrm rot="16200000">
            <a:off x="8476537" y="2455030"/>
            <a:ext cx="77627" cy="77627"/>
          </a:xfrm>
          <a:prstGeom prst="roundRect">
            <a:avLst>
              <a:gd name="adj" fmla="val 50000"/>
            </a:avLst>
          </a:prstGeom>
          <a:gradFill>
            <a:gsLst>
              <a:gs pos="5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1200" b="1" dirty="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0" name="直接连接符 19"/>
          <p:cNvCxnSpPr/>
          <p:nvPr userDrawn="1">
            <p:custDataLst>
              <p:tags r:id="rId10"/>
            </p:custDataLst>
          </p:nvPr>
        </p:nvCxnSpPr>
        <p:spPr>
          <a:xfrm>
            <a:off x="8515350" y="3040479"/>
            <a:ext cx="0" cy="1184143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 userDrawn="1">
            <p:custDataLst>
              <p:tags r:id="rId11"/>
            </p:custDataLst>
          </p:nvPr>
        </p:nvSpPr>
        <p:spPr>
          <a:xfrm>
            <a:off x="3545089" y="2185154"/>
            <a:ext cx="470794" cy="470794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椭圆 24"/>
          <p:cNvSpPr/>
          <p:nvPr userDrawn="1">
            <p:custDataLst>
              <p:tags r:id="rId12"/>
            </p:custDataLst>
          </p:nvPr>
        </p:nvSpPr>
        <p:spPr>
          <a:xfrm>
            <a:off x="3409979" y="4412297"/>
            <a:ext cx="189550" cy="189550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093028" y="2982456"/>
            <a:ext cx="3909772" cy="2171583"/>
          </a:xfrm>
        </p:spPr>
        <p:txBody>
          <a:bodyPr wrap="square" anchor="t" anchorCtr="0">
            <a:normAutofit/>
          </a:bodyPr>
          <a:lstStyle>
            <a:lvl1pPr algn="r"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4093028" y="1742061"/>
            <a:ext cx="3909772" cy="1240395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970" y="183356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83356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2197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1970" y="2263574"/>
            <a:ext cx="3992880" cy="3225207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2915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2263574"/>
            <a:ext cx="3992880" cy="3225207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1127284"/>
            <a:ext cx="8101489" cy="4363403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3999" cy="51434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4680341"/>
            <a:ext cx="9144000" cy="13204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2"/>
              </a:gs>
              <a:gs pos="51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箭头: V 形 8"/>
          <p:cNvSpPr/>
          <p:nvPr userDrawn="1">
            <p:custDataLst>
              <p:tags r:id="rId4"/>
            </p:custDataLst>
          </p:nvPr>
        </p:nvSpPr>
        <p:spPr>
          <a:xfrm>
            <a:off x="8414092" y="5573907"/>
            <a:ext cx="97685" cy="97685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1" name="箭头: V 形 10"/>
          <p:cNvSpPr/>
          <p:nvPr userDrawn="1">
            <p:custDataLst>
              <p:tags r:id="rId5"/>
            </p:custDataLst>
          </p:nvPr>
        </p:nvSpPr>
        <p:spPr>
          <a:xfrm>
            <a:off x="8305688" y="5573907"/>
            <a:ext cx="97685" cy="97685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2" name="箭头: V 形 11"/>
          <p:cNvSpPr/>
          <p:nvPr userDrawn="1">
            <p:custDataLst>
              <p:tags r:id="rId6"/>
            </p:custDataLst>
          </p:nvPr>
        </p:nvSpPr>
        <p:spPr>
          <a:xfrm>
            <a:off x="8197286" y="5573907"/>
            <a:ext cx="97685" cy="97685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3" name="箭头: V 形 12"/>
          <p:cNvSpPr/>
          <p:nvPr userDrawn="1">
            <p:custDataLst>
              <p:tags r:id="rId7"/>
            </p:custDataLst>
          </p:nvPr>
        </p:nvSpPr>
        <p:spPr>
          <a:xfrm>
            <a:off x="8088882" y="5573907"/>
            <a:ext cx="97685" cy="97685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5" name="矩形: 圆角 14"/>
          <p:cNvSpPr/>
          <p:nvPr userDrawn="1">
            <p:custDataLst>
              <p:tags r:id="rId8"/>
            </p:custDataLst>
          </p:nvPr>
        </p:nvSpPr>
        <p:spPr>
          <a:xfrm>
            <a:off x="493649" y="4757258"/>
            <a:ext cx="8156703" cy="64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152400" dist="317500" dir="2700000" sx="90000" sy="9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 userDrawn="1">
            <p:custDataLst>
              <p:tags r:id="rId9"/>
            </p:custDataLst>
          </p:nvPr>
        </p:nvCxnSpPr>
        <p:spPr>
          <a:xfrm>
            <a:off x="797719" y="1616008"/>
            <a:ext cx="7730673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10"/>
            </p:custDataLst>
          </p:nvPr>
        </p:nvCxnSpPr>
        <p:spPr>
          <a:xfrm>
            <a:off x="640556" y="1616008"/>
            <a:ext cx="671513" cy="0"/>
          </a:xfrm>
          <a:prstGeom prst="line">
            <a:avLst/>
          </a:prstGeom>
          <a:ln w="31750" cap="sq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 userDrawn="1">
            <p:custDataLst>
              <p:tags r:id="rId11"/>
            </p:custDataLst>
          </p:nvPr>
        </p:nvSpPr>
        <p:spPr>
          <a:xfrm>
            <a:off x="6806162" y="2542040"/>
            <a:ext cx="1772339" cy="1772339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3000" contras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753" y="2001695"/>
            <a:ext cx="2175599" cy="2653169"/>
          </a:xfrm>
          <a:prstGeom prst="rect">
            <a:avLst/>
          </a:prstGeom>
          <a:effectLst>
            <a:reflection blurRad="6350" stA="45000" endPos="15000" dir="5400000" sy="-100000" algn="bl" rotWithShape="0"/>
          </a:effectLst>
        </p:spPr>
      </p:pic>
      <p:pic>
        <p:nvPicPr>
          <p:cNvPr id="22" name="图片 21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5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2" t="41396" r="52972" b="5424"/>
          <a:stretch>
            <a:fillRect/>
          </a:stretch>
        </p:blipFill>
        <p:spPr>
          <a:xfrm>
            <a:off x="5107989" y="2028650"/>
            <a:ext cx="1640428" cy="1728086"/>
          </a:xfrm>
          <a:custGeom>
            <a:avLst/>
            <a:gdLst>
              <a:gd name="connsiteX0" fmla="*/ 0 w 2745941"/>
              <a:gd name="connsiteY0" fmla="*/ 0 h 2892674"/>
              <a:gd name="connsiteX1" fmla="*/ 1318159 w 2745941"/>
              <a:gd name="connsiteY1" fmla="*/ 0 h 2892674"/>
              <a:gd name="connsiteX2" fmla="*/ 2745941 w 2745941"/>
              <a:gd name="connsiteY2" fmla="*/ 1216259 h 2892674"/>
              <a:gd name="connsiteX3" fmla="*/ 2745941 w 2745941"/>
              <a:gd name="connsiteY3" fmla="*/ 2892674 h 2892674"/>
              <a:gd name="connsiteX4" fmla="*/ 0 w 2745941"/>
              <a:gd name="connsiteY4" fmla="*/ 2892674 h 289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5941" h="2892674">
                <a:moveTo>
                  <a:pt x="0" y="0"/>
                </a:moveTo>
                <a:lnTo>
                  <a:pt x="1318159" y="0"/>
                </a:lnTo>
                <a:lnTo>
                  <a:pt x="2745941" y="1216259"/>
                </a:lnTo>
                <a:lnTo>
                  <a:pt x="2745941" y="2892674"/>
                </a:lnTo>
                <a:lnTo>
                  <a:pt x="0" y="2892674"/>
                </a:lnTo>
                <a:close/>
              </a:path>
            </a:pathLst>
          </a:custGeom>
        </p:spPr>
      </p:pic>
      <p:sp>
        <p:nvSpPr>
          <p:cNvPr id="23" name="椭圆 22"/>
          <p:cNvSpPr/>
          <p:nvPr userDrawn="1">
            <p:custDataLst>
              <p:tags r:id="rId18"/>
            </p:custDataLst>
          </p:nvPr>
        </p:nvSpPr>
        <p:spPr>
          <a:xfrm>
            <a:off x="4948564" y="3131706"/>
            <a:ext cx="159425" cy="15942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椭圆 24"/>
          <p:cNvSpPr/>
          <p:nvPr userDrawn="1">
            <p:custDataLst>
              <p:tags r:id="rId19"/>
            </p:custDataLst>
          </p:nvPr>
        </p:nvSpPr>
        <p:spPr>
          <a:xfrm>
            <a:off x="5161142" y="3842097"/>
            <a:ext cx="361478" cy="361478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0"/>
            </p:custDataLst>
          </p:nvPr>
        </p:nvSpPr>
        <p:spPr>
          <a:xfrm>
            <a:off x="628650" y="1690166"/>
            <a:ext cx="4204206" cy="1731886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628650" y="3493454"/>
            <a:ext cx="4204206" cy="729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4000" b="1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629099" y="1235250"/>
            <a:ext cx="2160000" cy="378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26"/>
            </p:custDataLst>
          </p:nvPr>
        </p:nvSpPr>
        <p:spPr>
          <a:xfrm>
            <a:off x="6354902" y="1235250"/>
            <a:ext cx="2160000" cy="378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7"/>
            </p:custDataLst>
          </p:nvPr>
        </p:nvSpPr>
        <p:spPr>
          <a:xfrm>
            <a:off x="637547" y="4892258"/>
            <a:ext cx="2160000" cy="378000"/>
          </a:xfrm>
          <a:prstGeom prst="roundRect">
            <a:avLst>
              <a:gd name="adj" fmla="val 50000"/>
            </a:avLst>
          </a:prstGeom>
          <a:gradFill>
            <a:gsLst>
              <a:gs pos="64000">
                <a:schemeClr val="accent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vert="horz" wrap="square" lIns="0" tIns="0" rIns="0" bIns="0" rtlCol="0" anchor="ctr" anchorCtr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1800" b="1" dirty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marL="228600" lvl="0" indent="-228600" algn="ctr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125.xml"/><Relationship Id="rId28" Type="http://schemas.openxmlformats.org/officeDocument/2006/relationships/tags" Target="../tags/tag124.xml"/><Relationship Id="rId27" Type="http://schemas.openxmlformats.org/officeDocument/2006/relationships/tags" Target="../tags/tag123.xml"/><Relationship Id="rId26" Type="http://schemas.openxmlformats.org/officeDocument/2006/relationships/tags" Target="../tags/tag122.xml"/><Relationship Id="rId25" Type="http://schemas.openxmlformats.org/officeDocument/2006/relationships/tags" Target="../tags/tag121.xml"/><Relationship Id="rId24" Type="http://schemas.openxmlformats.org/officeDocument/2006/relationships/tags" Target="../tags/tag120.xml"/><Relationship Id="rId23" Type="http://schemas.openxmlformats.org/officeDocument/2006/relationships/tags" Target="../tags/tag119.xml"/><Relationship Id="rId22" Type="http://schemas.openxmlformats.org/officeDocument/2006/relationships/tags" Target="../tags/tag118.xml"/><Relationship Id="rId21" Type="http://schemas.openxmlformats.org/officeDocument/2006/relationships/image" Target="../media/image8.png"/><Relationship Id="rId20" Type="http://schemas.openxmlformats.org/officeDocument/2006/relationships/tags" Target="../tags/tag11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16.xml"/><Relationship Id="rId18" Type="http://schemas.openxmlformats.org/officeDocument/2006/relationships/tags" Target="../tags/tag115.xml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7" Type="http://schemas.openxmlformats.org/officeDocument/2006/relationships/theme" Target="../theme/theme2.xml"/><Relationship Id="rId26" Type="http://schemas.openxmlformats.org/officeDocument/2006/relationships/tags" Target="../tags/tag250.xml"/><Relationship Id="rId25" Type="http://schemas.openxmlformats.org/officeDocument/2006/relationships/tags" Target="../tags/tag249.xml"/><Relationship Id="rId24" Type="http://schemas.openxmlformats.org/officeDocument/2006/relationships/tags" Target="../tags/tag248.xml"/><Relationship Id="rId23" Type="http://schemas.openxmlformats.org/officeDocument/2006/relationships/tags" Target="../tags/tag247.xml"/><Relationship Id="rId22" Type="http://schemas.openxmlformats.org/officeDocument/2006/relationships/tags" Target="../tags/tag246.xml"/><Relationship Id="rId21" Type="http://schemas.openxmlformats.org/officeDocument/2006/relationships/tags" Target="../tags/tag245.xml"/><Relationship Id="rId20" Type="http://schemas.openxmlformats.org/officeDocument/2006/relationships/tags" Target="../tags/tag244.xml"/><Relationship Id="rId2" Type="http://schemas.openxmlformats.org/officeDocument/2006/relationships/slideLayout" Target="../slideLayouts/slideLayout16.xml"/><Relationship Id="rId19" Type="http://schemas.openxmlformats.org/officeDocument/2006/relationships/tags" Target="../tags/tag243.xml"/><Relationship Id="rId18" Type="http://schemas.openxmlformats.org/officeDocument/2006/relationships/image" Target="../media/image8.png"/><Relationship Id="rId17" Type="http://schemas.openxmlformats.org/officeDocument/2006/relationships/tags" Target="../tags/tag242.xml"/><Relationship Id="rId16" Type="http://schemas.openxmlformats.org/officeDocument/2006/relationships/tags" Target="../tags/tag241.xml"/><Relationship Id="rId15" Type="http://schemas.openxmlformats.org/officeDocument/2006/relationships/tags" Target="../tags/tag240.xml"/><Relationship Id="rId14" Type="http://schemas.openxmlformats.org/officeDocument/2006/relationships/tags" Target="../tags/tag239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5"/>
            </p:custDataLst>
          </p:nvPr>
        </p:nvSpPr>
        <p:spPr>
          <a:xfrm>
            <a:off x="0" y="0"/>
            <a:ext cx="9143999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>
            <p:custDataLst>
              <p:tags r:id="rId16"/>
            </p:custDataLst>
          </p:nvPr>
        </p:nvSpPr>
        <p:spPr>
          <a:xfrm>
            <a:off x="0" y="5129319"/>
            <a:ext cx="9144000" cy="1728681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0000"/>
                  <a:lumOff val="80000"/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: 圆顶角 9"/>
          <p:cNvSpPr/>
          <p:nvPr>
            <p:custDataLst>
              <p:tags r:id="rId17"/>
            </p:custDataLst>
          </p:nvPr>
        </p:nvSpPr>
        <p:spPr>
          <a:xfrm flipV="1">
            <a:off x="0" y="0"/>
            <a:ext cx="9143999" cy="6560911"/>
          </a:xfrm>
          <a:prstGeom prst="round2SameRect">
            <a:avLst>
              <a:gd name="adj1" fmla="val 12989"/>
              <a:gd name="adj2" fmla="val 0"/>
            </a:avLst>
          </a:prstGeom>
          <a:solidFill>
            <a:schemeClr val="lt1"/>
          </a:solidFill>
          <a:ln>
            <a:noFill/>
          </a:ln>
          <a:effectLst>
            <a:outerShdw blurRad="152400" dist="317500" dir="2700000" sx="90000" sy="90000" algn="tl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椭圆 12"/>
          <p:cNvSpPr/>
          <p:nvPr>
            <p:custDataLst>
              <p:tags r:id="rId18"/>
            </p:custDataLst>
          </p:nvPr>
        </p:nvSpPr>
        <p:spPr>
          <a:xfrm>
            <a:off x="8408661" y="5155845"/>
            <a:ext cx="532607" cy="71014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椭圆 13"/>
          <p:cNvSpPr/>
          <p:nvPr>
            <p:custDataLst>
              <p:tags r:id="rId19"/>
            </p:custDataLst>
          </p:nvPr>
        </p:nvSpPr>
        <p:spPr>
          <a:xfrm>
            <a:off x="8959016" y="5723925"/>
            <a:ext cx="146883" cy="195844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20"/>
            </p:custDataLst>
          </p:nvPr>
        </p:nvPicPr>
        <p:blipFill rotWithShape="1">
          <a:blip r:embed="rId21"/>
          <a:srcRect b="2268"/>
          <a:stretch>
            <a:fillRect/>
          </a:stretch>
        </p:blipFill>
        <p:spPr>
          <a:xfrm flipH="1">
            <a:off x="8205929" y="5516684"/>
            <a:ext cx="938070" cy="1146300"/>
          </a:xfrm>
          <a:prstGeom prst="rect">
            <a:avLst/>
          </a:prstGeom>
          <a:effectLst/>
        </p:spPr>
      </p:pic>
      <p:sp>
        <p:nvSpPr>
          <p:cNvPr id="16" name="椭圆 15"/>
          <p:cNvSpPr/>
          <p:nvPr>
            <p:custDataLst>
              <p:tags r:id="rId22"/>
            </p:custDataLst>
          </p:nvPr>
        </p:nvSpPr>
        <p:spPr>
          <a:xfrm>
            <a:off x="210872" y="180000"/>
            <a:ext cx="810000" cy="1080000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  <a:alpha val="50000"/>
                </a:schemeClr>
              </a:gs>
              <a:gs pos="6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椭圆 16"/>
          <p:cNvSpPr/>
          <p:nvPr>
            <p:custDataLst>
              <p:tags r:id="rId23"/>
            </p:custDataLst>
          </p:nvPr>
        </p:nvSpPr>
        <p:spPr>
          <a:xfrm>
            <a:off x="245501" y="316370"/>
            <a:ext cx="230771" cy="30769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52197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6"/>
            </p:custDataLst>
          </p:nvPr>
        </p:nvSpPr>
        <p:spPr>
          <a:xfrm>
            <a:off x="6565487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521970" y="360000"/>
            <a:ext cx="81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8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1" name="KSO_TEMPLATE" hidden="1"/>
          <p:cNvSpPr/>
          <p:nvPr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dk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dk1"/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dk1"/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dk1"/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dk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857250"/>
            <a:ext cx="9143999" cy="51434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 userDrawn="1">
            <p:custDataLst>
              <p:tags r:id="rId13"/>
            </p:custDataLst>
          </p:nvPr>
        </p:nvSpPr>
        <p:spPr>
          <a:xfrm>
            <a:off x="0" y="4704239"/>
            <a:ext cx="9144000" cy="1296511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0000"/>
                  <a:lumOff val="80000"/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: 圆顶角 9"/>
          <p:cNvSpPr/>
          <p:nvPr userDrawn="1">
            <p:custDataLst>
              <p:tags r:id="rId14"/>
            </p:custDataLst>
          </p:nvPr>
        </p:nvSpPr>
        <p:spPr>
          <a:xfrm flipV="1">
            <a:off x="0" y="857250"/>
            <a:ext cx="9143999" cy="4920683"/>
          </a:xfrm>
          <a:prstGeom prst="round2SameRect">
            <a:avLst>
              <a:gd name="adj1" fmla="val 12989"/>
              <a:gd name="adj2" fmla="val 0"/>
            </a:avLst>
          </a:prstGeom>
          <a:solidFill>
            <a:schemeClr val="lt1"/>
          </a:solidFill>
          <a:ln>
            <a:noFill/>
          </a:ln>
          <a:effectLst>
            <a:outerShdw blurRad="152400" dist="317500" dir="2700000" sx="90000" sy="90000" algn="tl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15"/>
            </p:custDataLst>
          </p:nvPr>
        </p:nvSpPr>
        <p:spPr>
          <a:xfrm>
            <a:off x="8408661" y="4724134"/>
            <a:ext cx="532607" cy="532607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16"/>
            </p:custDataLst>
          </p:nvPr>
        </p:nvSpPr>
        <p:spPr>
          <a:xfrm>
            <a:off x="8959016" y="5150194"/>
            <a:ext cx="146883" cy="146883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 rotWithShape="1">
          <a:blip r:embed="rId18"/>
          <a:srcRect b="2268"/>
          <a:stretch>
            <a:fillRect/>
          </a:stretch>
        </p:blipFill>
        <p:spPr>
          <a:xfrm flipH="1">
            <a:off x="8205929" y="4994763"/>
            <a:ext cx="938070" cy="859725"/>
          </a:xfrm>
          <a:prstGeom prst="rect">
            <a:avLst/>
          </a:prstGeom>
          <a:effectLst/>
        </p:spPr>
      </p:pic>
      <p:sp>
        <p:nvSpPr>
          <p:cNvPr id="16" name="椭圆 15"/>
          <p:cNvSpPr/>
          <p:nvPr userDrawn="1">
            <p:custDataLst>
              <p:tags r:id="rId19"/>
            </p:custDataLst>
          </p:nvPr>
        </p:nvSpPr>
        <p:spPr>
          <a:xfrm>
            <a:off x="210872" y="992250"/>
            <a:ext cx="810000" cy="810000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  <a:alpha val="50000"/>
                </a:schemeClr>
              </a:gs>
              <a:gs pos="6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椭圆 16"/>
          <p:cNvSpPr/>
          <p:nvPr userDrawn="1">
            <p:custDataLst>
              <p:tags r:id="rId20"/>
            </p:custDataLst>
          </p:nvPr>
        </p:nvSpPr>
        <p:spPr>
          <a:xfrm>
            <a:off x="245501" y="1094528"/>
            <a:ext cx="230771" cy="230771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1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dk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dk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dk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dk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dk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59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6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6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6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6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6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7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74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7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7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78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9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80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1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-132715" y="106690"/>
            <a:ext cx="9142920" cy="5713920"/>
          </a:xfrm>
          <a:prstGeom prst="rect">
            <a:avLst/>
          </a:prstGeom>
          <a:ln w="9360">
            <a:noFill/>
          </a:ln>
        </p:spPr>
      </p:pic>
      <p:sp>
        <p:nvSpPr>
          <p:cNvPr id="19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277620" y="2362835"/>
            <a:ext cx="5789295" cy="1894205"/>
          </a:xfrm>
        </p:spPr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 strike="noStrike"/>
              <a:t>分支、多重分支</a:t>
            </a:r>
            <a:endParaRPr lang="zh-CN" altLang="en-US" sz="4000" strike="noStrike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 strike="noStrike"/>
              <a:t>及循环结构</a:t>
            </a:r>
            <a:endParaRPr lang="zh-CN" altLang="en-US" sz="4000" strike="noStrike"/>
          </a:p>
        </p:txBody>
      </p:sp>
      <p:sp>
        <p:nvSpPr>
          <p:cNvPr id="22" name="年份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37555" y="5442760"/>
            <a:ext cx="2160000" cy="37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b="1" strike="noStrike">
                <a:solidFill>
                  <a:schemeClr val="tx1"/>
                </a:solidFill>
              </a:rPr>
              <a:t>人工智能学院</a:t>
            </a:r>
            <a:endParaRPr lang="en-US" b="1" strike="noStrike">
              <a:solidFill>
                <a:schemeClr val="tx1"/>
              </a:solidFill>
            </a:endParaRPr>
          </a:p>
        </p:txBody>
      </p:sp>
      <p:sp>
        <p:nvSpPr>
          <p:cNvPr id="23" name="署名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28650" y="4892040"/>
            <a:ext cx="2948305" cy="377825"/>
          </a:xfrm>
          <a:prstGeom prst="roundRect">
            <a:avLst>
              <a:gd name="adj" fmla="val 50000"/>
            </a:avLst>
          </a:prstGeom>
          <a:gradFill>
            <a:gsLst>
              <a:gs pos="64000">
                <a:schemeClr val="accent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spPr>
        <p:txBody>
          <a:bodyPr vert="horz" wrap="square" lIns="0" tIns="0" rIns="0" bIns="0" rtlCol="0" anchor="ctr" anchorCtr="1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lt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en-US" sz="1600" strike="noStrike">
                <a:solidFill>
                  <a:schemeClr val="lt1">
                    <a:lumMod val="100000"/>
                  </a:schemeClr>
                </a:solidFill>
              </a:rPr>
              <a:t>高级语言C++程序设计实验</a:t>
            </a:r>
            <a:endParaRPr lang="en-US" sz="1600" strike="noStrike">
              <a:solidFill>
                <a:schemeClr val="lt1">
                  <a:lumMod val="100000"/>
                </a:schemeClr>
              </a:solidFill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-258445" y="1528455"/>
            <a:ext cx="9142920" cy="5713920"/>
          </a:xfrm>
          <a:prstGeom prst="rect">
            <a:avLst/>
          </a:prstGeom>
          <a:ln w="9360">
            <a:noFill/>
          </a:ln>
        </p:spPr>
      </p:pic>
      <p:sp>
        <p:nvSpPr>
          <p:cNvPr id="27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259660" y="2325794"/>
            <a:ext cx="1376936" cy="1081088"/>
          </a:xfrm>
        </p:spPr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6000" strike="noStrike"/>
              <a:t>分支</a:t>
            </a:r>
            <a:endParaRPr lang="zh-CN" altLang="en-US" sz="6000" strike="noStrike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9"/>
          <p:cNvSpPr/>
          <p:nvPr/>
        </p:nvSpPr>
        <p:spPr>
          <a:xfrm>
            <a:off x="8397720" y="6551640"/>
            <a:ext cx="74520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9" name="CustomShape 10"/>
          <p:cNvSpPr/>
          <p:nvPr/>
        </p:nvSpPr>
        <p:spPr>
          <a:xfrm>
            <a:off x="3720960" y="6551640"/>
            <a:ext cx="171396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Courier New" panose="02070309020205020404"/>
                <a:ea typeface="黑体" panose="02010609060101010101" charset="-122"/>
              </a:rPr>
              <a:t>高级语言C++程序设计</a:t>
            </a:r>
            <a:endParaRPr lang="en-US" sz="1200" b="0" strike="noStrike" spc="-1">
              <a:latin typeface="Arial" panose="020B0604020202020204" pitchFamily="34" charset="0"/>
            </a:endParaRPr>
          </a:p>
        </p:txBody>
      </p:sp>
      <p:sp>
        <p:nvSpPr>
          <p:cNvPr id="110" name="CustomShape 11"/>
          <p:cNvSpPr/>
          <p:nvPr/>
        </p:nvSpPr>
        <p:spPr>
          <a:xfrm>
            <a:off x="6500880" y="6551640"/>
            <a:ext cx="149904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CustomShape 12"/>
          <p:cNvSpPr/>
          <p:nvPr/>
        </p:nvSpPr>
        <p:spPr>
          <a:xfrm>
            <a:off x="6888600" y="212256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12" name="CustomShape 13"/>
          <p:cNvSpPr/>
          <p:nvPr/>
        </p:nvSpPr>
        <p:spPr>
          <a:xfrm>
            <a:off x="1187640" y="2205000"/>
            <a:ext cx="2889720" cy="2896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742950" lvl="1" indent="-284480">
              <a:lnSpc>
                <a:spcPct val="100000"/>
              </a:lnSpc>
              <a:spcBef>
                <a:spcPts val="720"/>
              </a:spcBef>
              <a:buClr>
                <a:srgbClr val="820064"/>
              </a:buClr>
              <a:buFont typeface="Wingdings" panose="05000000000000000000" pitchFamily="2" charset="2"/>
              <a:buChar char=""/>
            </a:pPr>
            <a:r>
              <a:rPr lang="en-US" sz="36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If语句</a:t>
            </a:r>
            <a:endParaRPr lang="en-US" sz="36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if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(&lt;表达式E&gt;)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{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&lt;语句S&gt;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 …… 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}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113" name="CustomShape 14"/>
          <p:cNvSpPr/>
          <p:nvPr/>
        </p:nvSpPr>
        <p:spPr>
          <a:xfrm>
            <a:off x="4793040" y="2302560"/>
            <a:ext cx="1717200" cy="797760"/>
          </a:xfrm>
          <a:prstGeom prst="diamond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sz="3600" b="0" strike="noStrike" spc="-1">
              <a:latin typeface="Arial" panose="020B0604020202020204" pitchFamily="34" charset="0"/>
            </a:endParaRPr>
          </a:p>
        </p:txBody>
      </p:sp>
      <p:sp>
        <p:nvSpPr>
          <p:cNvPr id="114" name="CustomShape 15"/>
          <p:cNvSpPr/>
          <p:nvPr/>
        </p:nvSpPr>
        <p:spPr>
          <a:xfrm>
            <a:off x="4946400" y="3749760"/>
            <a:ext cx="1410480" cy="64692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endParaRPr lang="en-US" sz="3600" b="0" strike="noStrike" spc="-1">
              <a:latin typeface="Arial" panose="020B0604020202020204" pitchFamily="34" charset="0"/>
            </a:endParaRPr>
          </a:p>
        </p:txBody>
      </p:sp>
      <p:sp>
        <p:nvSpPr>
          <p:cNvPr id="115" name="CustomShape 16"/>
          <p:cNvSpPr/>
          <p:nvPr/>
        </p:nvSpPr>
        <p:spPr>
          <a:xfrm>
            <a:off x="5652000" y="3101400"/>
            <a:ext cx="360" cy="646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" name="CustomShape 17"/>
          <p:cNvSpPr/>
          <p:nvPr/>
        </p:nvSpPr>
        <p:spPr>
          <a:xfrm>
            <a:off x="5647320" y="1805400"/>
            <a:ext cx="360" cy="496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CustomShape 18"/>
          <p:cNvSpPr/>
          <p:nvPr/>
        </p:nvSpPr>
        <p:spPr>
          <a:xfrm>
            <a:off x="5664960" y="4397760"/>
            <a:ext cx="360" cy="862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CustomShape 19"/>
          <p:cNvSpPr/>
          <p:nvPr/>
        </p:nvSpPr>
        <p:spPr>
          <a:xfrm flipH="1">
            <a:off x="5681520" y="4829760"/>
            <a:ext cx="14040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" name="Line 20"/>
          <p:cNvSpPr/>
          <p:nvPr/>
        </p:nvSpPr>
        <p:spPr>
          <a:xfrm>
            <a:off x="7087320" y="2701800"/>
            <a:ext cx="360" cy="212760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Line 21"/>
          <p:cNvSpPr/>
          <p:nvPr/>
        </p:nvSpPr>
        <p:spPr>
          <a:xfrm>
            <a:off x="6510960" y="2701800"/>
            <a:ext cx="57636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CustomShape 22"/>
          <p:cNvSpPr/>
          <p:nvPr/>
        </p:nvSpPr>
        <p:spPr>
          <a:xfrm>
            <a:off x="6416640" y="2312640"/>
            <a:ext cx="7639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False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22" name="CustomShape 23"/>
          <p:cNvSpPr/>
          <p:nvPr/>
        </p:nvSpPr>
        <p:spPr>
          <a:xfrm>
            <a:off x="5744160" y="3124080"/>
            <a:ext cx="6620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True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0775" y="365125"/>
            <a:ext cx="3048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9"/>
          <p:cNvSpPr/>
          <p:nvPr/>
        </p:nvSpPr>
        <p:spPr>
          <a:xfrm>
            <a:off x="8397720" y="6551640"/>
            <a:ext cx="74520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CustomShape 10"/>
          <p:cNvSpPr/>
          <p:nvPr/>
        </p:nvSpPr>
        <p:spPr>
          <a:xfrm>
            <a:off x="3720960" y="6551640"/>
            <a:ext cx="171396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Courier New" panose="02070309020205020404"/>
                <a:ea typeface="黑体" panose="02010609060101010101" charset="-122"/>
              </a:rPr>
              <a:t>高级语言C++程序设计</a:t>
            </a:r>
            <a:endParaRPr lang="en-US" sz="1200" b="0" strike="noStrike" spc="-1">
              <a:latin typeface="Arial" panose="020B0604020202020204" pitchFamily="34" charset="0"/>
            </a:endParaRPr>
          </a:p>
        </p:txBody>
      </p:sp>
      <p:sp>
        <p:nvSpPr>
          <p:cNvPr id="133" name="CustomShape 11"/>
          <p:cNvSpPr/>
          <p:nvPr/>
        </p:nvSpPr>
        <p:spPr>
          <a:xfrm>
            <a:off x="6500880" y="6551640"/>
            <a:ext cx="149904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CustomShape 12"/>
          <p:cNvSpPr/>
          <p:nvPr/>
        </p:nvSpPr>
        <p:spPr>
          <a:xfrm>
            <a:off x="6533280" y="221760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35" name="CustomShape 13"/>
          <p:cNvSpPr/>
          <p:nvPr/>
        </p:nvSpPr>
        <p:spPr>
          <a:xfrm>
            <a:off x="4437720" y="2397600"/>
            <a:ext cx="1717200" cy="797760"/>
          </a:xfrm>
          <a:prstGeom prst="diamond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sz="3600" b="0" strike="noStrike" spc="-1">
              <a:latin typeface="Arial" panose="020B0604020202020204" pitchFamily="34" charset="0"/>
            </a:endParaRPr>
          </a:p>
        </p:txBody>
      </p:sp>
      <p:sp>
        <p:nvSpPr>
          <p:cNvPr id="136" name="CustomShape 14"/>
          <p:cNvSpPr/>
          <p:nvPr/>
        </p:nvSpPr>
        <p:spPr>
          <a:xfrm>
            <a:off x="4591080" y="3844440"/>
            <a:ext cx="1410480" cy="64692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sz="36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sz="3600" b="0" strike="noStrike" spc="-1">
              <a:latin typeface="Arial" panose="020B0604020202020204" pitchFamily="34" charset="0"/>
            </a:endParaRPr>
          </a:p>
        </p:txBody>
      </p:sp>
      <p:sp>
        <p:nvSpPr>
          <p:cNvPr id="137" name="CustomShape 15"/>
          <p:cNvSpPr/>
          <p:nvPr/>
        </p:nvSpPr>
        <p:spPr>
          <a:xfrm>
            <a:off x="5297040" y="3196440"/>
            <a:ext cx="360" cy="646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" name="CustomShape 16"/>
          <p:cNvSpPr/>
          <p:nvPr/>
        </p:nvSpPr>
        <p:spPr>
          <a:xfrm>
            <a:off x="5292000" y="1900080"/>
            <a:ext cx="360" cy="496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CustomShape 17"/>
          <p:cNvSpPr/>
          <p:nvPr/>
        </p:nvSpPr>
        <p:spPr>
          <a:xfrm>
            <a:off x="5326920" y="4492440"/>
            <a:ext cx="360" cy="1023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" name="CustomShape 18"/>
          <p:cNvSpPr/>
          <p:nvPr/>
        </p:nvSpPr>
        <p:spPr>
          <a:xfrm flipH="1">
            <a:off x="5326200" y="4924440"/>
            <a:ext cx="19800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Line 19"/>
          <p:cNvSpPr/>
          <p:nvPr/>
        </p:nvSpPr>
        <p:spPr>
          <a:xfrm>
            <a:off x="7308000" y="4492440"/>
            <a:ext cx="360" cy="43200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2" name="Line 20"/>
          <p:cNvSpPr/>
          <p:nvPr/>
        </p:nvSpPr>
        <p:spPr>
          <a:xfrm>
            <a:off x="6156000" y="2796840"/>
            <a:ext cx="115200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" name="CustomShape 21"/>
          <p:cNvSpPr/>
          <p:nvPr/>
        </p:nvSpPr>
        <p:spPr>
          <a:xfrm>
            <a:off x="6061680" y="2407320"/>
            <a:ext cx="7639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False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44" name="CustomShape 22"/>
          <p:cNvSpPr/>
          <p:nvPr/>
        </p:nvSpPr>
        <p:spPr>
          <a:xfrm>
            <a:off x="5389200" y="3218760"/>
            <a:ext cx="6620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True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45" name="CustomShape 23"/>
          <p:cNvSpPr/>
          <p:nvPr/>
        </p:nvSpPr>
        <p:spPr>
          <a:xfrm>
            <a:off x="467640" y="1161360"/>
            <a:ext cx="3671280" cy="5028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742950" lvl="1" indent="-284480">
              <a:lnSpc>
                <a:spcPct val="100000"/>
              </a:lnSpc>
              <a:spcBef>
                <a:spcPts val="720"/>
              </a:spcBef>
              <a:buClr>
                <a:srgbClr val="820064"/>
              </a:buClr>
              <a:buFont typeface="Wingdings" panose="05000000000000000000" pitchFamily="2" charset="2"/>
              <a:buChar char=""/>
            </a:pPr>
            <a:r>
              <a:rPr lang="en-US" sz="36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If-else语句</a:t>
            </a:r>
            <a:endParaRPr lang="en-US" sz="36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if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(&lt;表达式E&gt;)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{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&lt;语句S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1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 …… 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}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else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{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&lt;语句S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2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 …… 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}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146" name="CustomShape 24"/>
          <p:cNvSpPr/>
          <p:nvPr/>
        </p:nvSpPr>
        <p:spPr>
          <a:xfrm>
            <a:off x="7308360" y="2776680"/>
            <a:ext cx="360" cy="1062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" name="CustomShape 25"/>
          <p:cNvSpPr/>
          <p:nvPr/>
        </p:nvSpPr>
        <p:spPr>
          <a:xfrm>
            <a:off x="6602400" y="3840480"/>
            <a:ext cx="1410480" cy="64692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3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sz="36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sz="3600" b="0" strike="noStrike" spc="-1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2950" y="560705"/>
            <a:ext cx="3048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936000"/>
            <a:ext cx="9142920" cy="5713920"/>
          </a:xfrm>
          <a:prstGeom prst="rect">
            <a:avLst/>
          </a:prstGeom>
          <a:ln w="9360">
            <a:noFill/>
          </a:ln>
        </p:spPr>
      </p:pic>
      <p:sp>
        <p:nvSpPr>
          <p:cNvPr id="94" name="CustomShape 1"/>
          <p:cNvSpPr/>
          <p:nvPr/>
        </p:nvSpPr>
        <p:spPr>
          <a:xfrm>
            <a:off x="714240" y="2000160"/>
            <a:ext cx="7714080" cy="1927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zh-CN" altLang="en-US" sz="7200" b="0" strike="noStrike" spc="-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多重分支</a:t>
            </a:r>
            <a:endParaRPr lang="zh-CN" altLang="en-US" sz="7200" b="0" strike="noStrike" spc="-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14240" y="4509000"/>
            <a:ext cx="7714080" cy="1419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endParaRPr lang="en-US" sz="3200" b="0" strike="noStrike" spc="-1" dirty="0">
              <a:latin typeface="Arial" panose="020B0604020202020204" pitchFamily="34" charset="0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5739480" y="895320"/>
            <a:ext cx="3312360" cy="8211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高级语言</a:t>
            </a:r>
            <a:r>
              <a:rPr lang="en-US" sz="2400" b="1" strike="noStrike" spc="-1">
                <a:solidFill>
                  <a:srgbClr val="FFFFFF"/>
                </a:solidFill>
                <a:latin typeface="Courier New" panose="02070309020205020404"/>
                <a:ea typeface="华文琥珀" panose="02010800040101010101" charset="-122"/>
              </a:rPr>
              <a:t>C++</a:t>
            </a: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程序设计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实验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7604280" y="6031080"/>
            <a:ext cx="1395000" cy="381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20000"/>
              </a:lnSpc>
            </a:pPr>
            <a:endParaRPr lang="en-US" sz="1600" b="0" strike="noStrike" spc="-1">
              <a:latin typeface="Arial" panose="020B0604020202020204" pitchFamily="34" charset="0"/>
            </a:endParaRPr>
          </a:p>
        </p:txBody>
      </p:sp>
      <p:pic>
        <p:nvPicPr>
          <p:cNvPr id="98" name="图片 12"/>
          <p:cNvPicPr/>
          <p:nvPr/>
        </p:nvPicPr>
        <p:blipFill>
          <a:blip r:embed="rId2"/>
          <a:stretch>
            <a:fillRect/>
          </a:stretch>
        </p:blipFill>
        <p:spPr>
          <a:xfrm>
            <a:off x="7598160" y="5666400"/>
            <a:ext cx="1462680" cy="363960"/>
          </a:xfrm>
          <a:prstGeom prst="rect">
            <a:avLst/>
          </a:prstGeom>
          <a:ln w="9360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AutoShape 2"/>
          <p:cNvSpPr/>
          <p:nvPr/>
        </p:nvSpPr>
        <p:spPr bwMode="auto">
          <a:xfrm>
            <a:off x="827088" y="5370513"/>
            <a:ext cx="2160587" cy="7921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800">
                <a:solidFill>
                  <a:schemeClr val="accent1"/>
                </a:solidFill>
                <a:ea typeface="黑体" panose="02010609060101010101" charset="-122"/>
              </a:rPr>
              <a:t>多重</a:t>
            </a:r>
            <a:r>
              <a:rPr lang="en-US" altLang="zh-CN" sz="2800">
                <a:solidFill>
                  <a:schemeClr val="accent1"/>
                </a:solidFill>
              </a:rPr>
              <a:t>if</a:t>
            </a:r>
            <a:endParaRPr lang="en-US" altLang="zh-CN" sz="2800">
              <a:solidFill>
                <a:schemeClr val="accent1"/>
              </a:solidFill>
            </a:endParaRPr>
          </a:p>
        </p:txBody>
      </p:sp>
      <p:sp>
        <p:nvSpPr>
          <p:cNvPr id="134147" name="Rectangle 3"/>
          <p:cNvSpPr/>
          <p:nvPr/>
        </p:nvSpPr>
        <p:spPr bwMode="auto">
          <a:xfrm>
            <a:off x="684213" y="2047875"/>
            <a:ext cx="8229600" cy="1511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Char char="q"/>
            </a:pPr>
            <a:r>
              <a:rPr lang="zh-CN" altLang="en-GB" sz="2800">
                <a:solidFill>
                  <a:schemeClr val="accent1"/>
                </a:solidFill>
                <a:ea typeface="黑体" panose="02010609060101010101" charset="-122"/>
              </a:rPr>
              <a:t>要处理多重条件判断的情况，需要使用多重条件结构</a:t>
            </a:r>
            <a:endParaRPr lang="zh-CN" altLang="en-GB" sz="2800">
              <a:solidFill>
                <a:schemeClr val="accent1"/>
              </a:solidFill>
              <a:ea typeface="黑体" panose="02010609060101010101" charset="-122"/>
            </a:endParaRPr>
          </a:p>
        </p:txBody>
      </p:sp>
      <p:sp>
        <p:nvSpPr>
          <p:cNvPr id="12293" name="Rectangle 4"/>
          <p:cNvSpPr/>
          <p:nvPr>
            <p:ph type="title"/>
          </p:nvPr>
        </p:nvSpPr>
        <p:spPr>
          <a:xfrm>
            <a:off x="244340" y="526960"/>
            <a:ext cx="7714080" cy="1927800"/>
          </a:xfrm>
          <a:noFill/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chemeClr val="accent1"/>
                </a:solidFill>
              </a:rPr>
              <a:t>多重分支结构</a:t>
            </a:r>
            <a:endParaRPr lang="zh-CN" altLang="en-US" smtClean="0">
              <a:solidFill>
                <a:schemeClr val="accent1"/>
              </a:solidFill>
            </a:endParaRPr>
          </a:p>
        </p:txBody>
      </p:sp>
      <p:sp>
        <p:nvSpPr>
          <p:cNvPr id="134150" name="AutoShape 6"/>
          <p:cNvSpPr/>
          <p:nvPr/>
        </p:nvSpPr>
        <p:spPr bwMode="auto">
          <a:xfrm>
            <a:off x="3419475" y="5370513"/>
            <a:ext cx="2160588" cy="7921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800">
                <a:solidFill>
                  <a:schemeClr val="accent1"/>
                </a:solidFill>
                <a:ea typeface="黑体" panose="02010609060101010101" charset="-122"/>
              </a:rPr>
              <a:t>嵌套 </a:t>
            </a:r>
            <a:r>
              <a:rPr lang="en-US" altLang="zh-CN" sz="2800">
                <a:solidFill>
                  <a:schemeClr val="accent1"/>
                </a:solidFill>
                <a:ea typeface="黑体" panose="02010609060101010101" charset="-122"/>
              </a:rPr>
              <a:t>if</a:t>
            </a:r>
            <a:endParaRPr lang="en-US" altLang="zh-CN" sz="2800">
              <a:solidFill>
                <a:schemeClr val="accent1"/>
              </a:solidFill>
              <a:ea typeface="黑体" panose="02010609060101010101" charset="-122"/>
            </a:endParaRPr>
          </a:p>
        </p:txBody>
      </p:sp>
      <p:sp>
        <p:nvSpPr>
          <p:cNvPr id="134151" name="AutoShape 7"/>
          <p:cNvSpPr/>
          <p:nvPr/>
        </p:nvSpPr>
        <p:spPr bwMode="auto">
          <a:xfrm>
            <a:off x="5940425" y="5370513"/>
            <a:ext cx="2160588" cy="7921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accent1"/>
                </a:solidFill>
                <a:ea typeface="黑体" panose="02010609060101010101" charset="-122"/>
              </a:rPr>
              <a:t>switch</a:t>
            </a:r>
            <a:r>
              <a:rPr lang="zh-CN" altLang="en-US" sz="2800">
                <a:solidFill>
                  <a:schemeClr val="accent1"/>
                </a:solidFill>
                <a:ea typeface="黑体" panose="02010609060101010101" charset="-122"/>
              </a:rPr>
              <a:t>结构</a:t>
            </a:r>
            <a:endParaRPr lang="zh-CN" altLang="en-US" sz="2800">
              <a:solidFill>
                <a:schemeClr val="accent1"/>
              </a:solidFill>
              <a:ea typeface="黑体" panose="02010609060101010101" charset="-122"/>
            </a:endParaRPr>
          </a:p>
        </p:txBody>
      </p:sp>
      <p:sp>
        <p:nvSpPr>
          <p:cNvPr id="134152" name="Line 8"/>
          <p:cNvSpPr/>
          <p:nvPr/>
        </p:nvSpPr>
        <p:spPr bwMode="auto">
          <a:xfrm>
            <a:off x="1908175" y="4721225"/>
            <a:ext cx="51117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153" name="Line 9"/>
          <p:cNvSpPr/>
          <p:nvPr/>
        </p:nvSpPr>
        <p:spPr bwMode="auto">
          <a:xfrm>
            <a:off x="4500563" y="4217988"/>
            <a:ext cx="0" cy="503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34154" name="AutoShape 10"/>
          <p:cNvCxnSpPr>
            <a:cxnSpLocks noChangeShapeType="1"/>
          </p:cNvCxnSpPr>
          <p:nvPr/>
        </p:nvCxnSpPr>
        <p:spPr bwMode="auto">
          <a:xfrm>
            <a:off x="1908175" y="4729163"/>
            <a:ext cx="0" cy="6619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lg" len="med"/>
          </a:ln>
        </p:spPr>
      </p:cxnSp>
      <p:cxnSp>
        <p:nvCxnSpPr>
          <p:cNvPr id="134155" name="AutoShape 11"/>
          <p:cNvCxnSpPr>
            <a:cxnSpLocks noChangeShapeType="1"/>
            <a:endCxn id="134150" idx="0"/>
          </p:cNvCxnSpPr>
          <p:nvPr/>
        </p:nvCxnSpPr>
        <p:spPr bwMode="auto">
          <a:xfrm>
            <a:off x="4499928" y="4733925"/>
            <a:ext cx="0" cy="6492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lg" len="med"/>
          </a:ln>
        </p:spPr>
      </p:cxnSp>
      <p:cxnSp>
        <p:nvCxnSpPr>
          <p:cNvPr id="134156" name="AutoShape 12"/>
          <p:cNvCxnSpPr>
            <a:cxnSpLocks noChangeShapeType="1"/>
            <a:stCxn id="134152" idx="1"/>
            <a:endCxn id="134151" idx="0"/>
          </p:cNvCxnSpPr>
          <p:nvPr/>
        </p:nvCxnSpPr>
        <p:spPr bwMode="auto">
          <a:xfrm>
            <a:off x="7019925" y="4733925"/>
            <a:ext cx="1588" cy="6365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lg" len="med"/>
          </a:ln>
        </p:spPr>
      </p:cxnSp>
      <p:grpSp>
        <p:nvGrpSpPr>
          <p:cNvPr id="2" name="Group 15"/>
          <p:cNvGrpSpPr/>
          <p:nvPr/>
        </p:nvGrpSpPr>
        <p:grpSpPr bwMode="auto">
          <a:xfrm>
            <a:off x="2916238" y="3416300"/>
            <a:ext cx="3097212" cy="792163"/>
            <a:chOff x="2381" y="1253"/>
            <a:chExt cx="1951" cy="499"/>
          </a:xfrm>
        </p:grpSpPr>
        <p:sp>
          <p:nvSpPr>
            <p:cNvPr id="12302" name="Rectangle 13"/>
            <p:cNvSpPr/>
            <p:nvPr/>
          </p:nvSpPr>
          <p:spPr bwMode="auto">
            <a:xfrm>
              <a:off x="2381" y="1253"/>
              <a:ext cx="1951" cy="499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rgbClr val="3366FF"/>
                </a:gs>
              </a:gsLst>
              <a:lin ang="5400000" scaled="1"/>
            </a:gradFill>
            <a:ln w="9525">
              <a:noFill/>
              <a:miter lim="800000"/>
            </a:ln>
            <a:effectLst>
              <a:prstShdw prst="shdw17" dist="45791" dir="14178596">
                <a:schemeClr val="hlink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58" name="Text Box 14"/>
            <p:cNvSpPr txBox="1"/>
            <p:nvPr/>
          </p:nvSpPr>
          <p:spPr bwMode="auto">
            <a:xfrm>
              <a:off x="2516" y="1298"/>
              <a:ext cx="1679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outerShdw dist="40161" dir="1106097" algn="ctr" rotWithShape="0">
                <a:schemeClr val="tx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b="1">
                  <a:solidFill>
                    <a:schemeClr val="bg1"/>
                  </a:solidFill>
                  <a:ea typeface="黑体" panose="02010609060101010101" charset="-122"/>
                </a:rPr>
                <a:t>多重条件结构</a:t>
              </a:r>
              <a:endParaRPr lang="zh-CN" altLang="en-US" b="1">
                <a:solidFill>
                  <a:schemeClr val="bg1"/>
                </a:solidFill>
                <a:ea typeface="黑体" panose="02010609060101010101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 bldLvl="0" animBg="1"/>
      <p:bldP spid="134150" grpId="0" bldLvl="0" animBg="1"/>
      <p:bldP spid="134151" grpId="0" bldLvl="0" animBg="1"/>
      <p:bldP spid="134152" grpId="0" bldLvl="0" animBg="1"/>
      <p:bldP spid="13415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/>
          <p:nvPr>
            <p:ph type="sldNum" sz="quarter" idx="4294967295"/>
            <p:custDataLst>
              <p:tags r:id="rId1"/>
            </p:custDataLst>
          </p:nvPr>
        </p:nvSpPr>
        <p:spPr>
          <a:xfrm>
            <a:off x="0" y="6381750"/>
            <a:ext cx="2133600" cy="215900"/>
          </a:xfrm>
          <a:prstGeom prst="rect">
            <a:avLst/>
          </a:prstGeom>
          <a:noFill/>
        </p:spPr>
        <p:txBody>
          <a:bodyPr>
            <a:normAutofit fontScale="90000"/>
          </a:bodyPr>
          <a:lstStyle/>
          <a:p>
            <a:fld id="{066F5913-489F-45A8-B3F6-28B6EAA2C23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62818" name="Text Box 2"/>
          <p:cNvSpPr txBox="1"/>
          <p:nvPr/>
        </p:nvSpPr>
        <p:spPr bwMode="auto">
          <a:xfrm>
            <a:off x="1116013" y="1092795"/>
            <a:ext cx="7704137" cy="5262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r>
              <a:rPr lang="en-GB" altLang="zh-CN" sz="2800" b="1"/>
              <a:t>if (</a:t>
            </a:r>
            <a:r>
              <a:rPr lang="zh-CN" altLang="en-GB" sz="2800">
                <a:ea typeface="黑体" panose="02010609060101010101" charset="-122"/>
              </a:rPr>
              <a:t>表达式</a:t>
            </a:r>
            <a:r>
              <a:rPr lang="en-GB" altLang="zh-CN" sz="2800" b="1"/>
              <a:t>1)</a:t>
            </a:r>
            <a:endParaRPr lang="en-GB" altLang="zh-CN" sz="2800" b="1"/>
          </a:p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r>
              <a:rPr lang="en-GB" altLang="zh-CN" sz="2800" b="1"/>
              <a:t>	</a:t>
            </a:r>
            <a:r>
              <a:rPr lang="zh-CN" altLang="en-GB" sz="2800">
                <a:ea typeface="黑体" panose="02010609060101010101" charset="-122"/>
              </a:rPr>
              <a:t>语句</a:t>
            </a:r>
            <a:r>
              <a:rPr lang="en-GB" altLang="zh-CN" sz="2800" b="1"/>
              <a:t>1;</a:t>
            </a:r>
            <a:endParaRPr lang="en-GB" altLang="zh-CN" sz="2800" b="1"/>
          </a:p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endParaRPr lang="en-GB" altLang="zh-CN" sz="2800" b="1"/>
          </a:p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r>
              <a:rPr lang="en-GB" altLang="zh-CN" sz="2800" b="1"/>
              <a:t>else if (</a:t>
            </a:r>
            <a:r>
              <a:rPr lang="zh-CN" altLang="en-GB" sz="2800">
                <a:ea typeface="黑体" panose="02010609060101010101" charset="-122"/>
              </a:rPr>
              <a:t>表达式</a:t>
            </a:r>
            <a:r>
              <a:rPr lang="en-GB" altLang="zh-CN" sz="2800" b="1"/>
              <a:t>2)</a:t>
            </a:r>
            <a:endParaRPr lang="en-GB" altLang="zh-CN" sz="2800" b="1"/>
          </a:p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r>
              <a:rPr lang="en-GB" altLang="zh-CN" sz="2800" b="1"/>
              <a:t>	</a:t>
            </a:r>
            <a:r>
              <a:rPr lang="zh-CN" altLang="en-GB" sz="2800">
                <a:ea typeface="黑体" panose="02010609060101010101" charset="-122"/>
              </a:rPr>
              <a:t>语句</a:t>
            </a:r>
            <a:r>
              <a:rPr lang="en-GB" altLang="zh-CN" sz="2800" b="1"/>
              <a:t>2;</a:t>
            </a:r>
            <a:endParaRPr lang="en-GB" altLang="zh-CN" sz="2800" b="1"/>
          </a:p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endParaRPr lang="en-GB" altLang="zh-CN" sz="2800" b="1"/>
          </a:p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r>
              <a:rPr lang="en-GB" altLang="zh-CN" sz="2800" b="1"/>
              <a:t>else if (</a:t>
            </a:r>
            <a:r>
              <a:rPr lang="zh-CN" altLang="en-GB" sz="2800">
                <a:ea typeface="黑体" panose="02010609060101010101" charset="-122"/>
              </a:rPr>
              <a:t>表达式</a:t>
            </a:r>
            <a:r>
              <a:rPr lang="en-GB" altLang="zh-CN" sz="2800" b="1"/>
              <a:t>3)</a:t>
            </a:r>
            <a:endParaRPr lang="en-GB" altLang="zh-CN" sz="2800" b="1"/>
          </a:p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r>
              <a:rPr lang="en-GB" altLang="zh-CN" sz="2800" b="1"/>
              <a:t>	</a:t>
            </a:r>
            <a:r>
              <a:rPr lang="zh-CN" altLang="en-GB" sz="2800">
                <a:ea typeface="黑体" panose="02010609060101010101" charset="-122"/>
              </a:rPr>
              <a:t>语句</a:t>
            </a:r>
            <a:r>
              <a:rPr lang="en-GB" altLang="zh-CN" sz="2800" b="1"/>
              <a:t>3;</a:t>
            </a:r>
            <a:endParaRPr lang="en-GB" altLang="zh-CN" sz="2800" b="1"/>
          </a:p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r>
              <a:rPr lang="en-GB" altLang="zh-CN" sz="2800" b="1"/>
              <a:t>.</a:t>
            </a:r>
            <a:endParaRPr lang="en-GB" altLang="zh-CN" sz="2800" b="1"/>
          </a:p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r>
              <a:rPr lang="en-GB" altLang="zh-CN" sz="2800" b="1"/>
              <a:t>.</a:t>
            </a:r>
            <a:endParaRPr lang="en-GB" altLang="zh-CN" sz="2800" b="1"/>
          </a:p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r>
              <a:rPr lang="en-GB" altLang="zh-CN" sz="2800" b="1"/>
              <a:t>else </a:t>
            </a:r>
            <a:endParaRPr lang="en-GB" altLang="zh-CN" sz="2800" b="1"/>
          </a:p>
          <a:p>
            <a:pPr defTabSz="0">
              <a:tabLst>
                <a:tab pos="467995" algn="l"/>
                <a:tab pos="914400" algn="l"/>
                <a:tab pos="1423670" algn="l"/>
                <a:tab pos="1828800" algn="l"/>
                <a:tab pos="2296795" algn="l"/>
              </a:tabLst>
            </a:pPr>
            <a:r>
              <a:rPr lang="en-GB" altLang="zh-CN" sz="2800" b="1"/>
              <a:t>	</a:t>
            </a:r>
            <a:r>
              <a:rPr lang="zh-CN" altLang="en-GB" sz="2800">
                <a:ea typeface="黑体" panose="02010609060101010101" charset="-122"/>
              </a:rPr>
              <a:t>语句</a:t>
            </a:r>
            <a:r>
              <a:rPr lang="en-GB" altLang="zh-CN" sz="2800" b="1"/>
              <a:t>n;</a:t>
            </a:r>
            <a:endParaRPr lang="en-US" altLang="zh-CN" sz="2800" b="1"/>
          </a:p>
        </p:txBody>
      </p:sp>
      <p:sp>
        <p:nvSpPr>
          <p:cNvPr id="162819" name="Rectangle 3"/>
          <p:cNvSpPr/>
          <p:nvPr/>
        </p:nvSpPr>
        <p:spPr bwMode="auto">
          <a:xfrm>
            <a:off x="611188" y="1237258"/>
            <a:ext cx="8208962" cy="1152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Char char="q"/>
            </a:pPr>
            <a:r>
              <a:rPr lang="zh-CN" altLang="en-GB" sz="2800">
                <a:ea typeface="黑体" panose="02010609060101010101" charset="-122"/>
              </a:rPr>
              <a:t>多重 </a:t>
            </a:r>
            <a:r>
              <a:rPr lang="en-GB" altLang="zh-CN" sz="2800">
                <a:ea typeface="黑体" panose="02010609060101010101" charset="-122"/>
              </a:rPr>
              <a:t>if </a:t>
            </a:r>
            <a:r>
              <a:rPr lang="zh-CN" altLang="en-GB" sz="2800">
                <a:ea typeface="黑体" panose="02010609060101010101" charset="-122"/>
              </a:rPr>
              <a:t>结构是</a:t>
            </a:r>
            <a:r>
              <a:rPr lang="en-GB" altLang="zh-CN" sz="2800">
                <a:ea typeface="黑体" panose="02010609060101010101" charset="-122"/>
              </a:rPr>
              <a:t>if-else </a:t>
            </a:r>
            <a:r>
              <a:rPr lang="zh-CN" altLang="en-GB" sz="2800">
                <a:ea typeface="黑体" panose="02010609060101010101" charset="-122"/>
              </a:rPr>
              <a:t>的另一种形式</a:t>
            </a:r>
            <a:r>
              <a:rPr lang="zh-CN" altLang="en-US" sz="2800">
                <a:ea typeface="黑体" panose="02010609060101010101" charset="-122"/>
              </a:rPr>
              <a:t> ，</a:t>
            </a:r>
            <a:r>
              <a:rPr lang="zh-CN" altLang="en-GB" sz="2800">
                <a:ea typeface="黑体" panose="02010609060101010101" charset="-122"/>
              </a:rPr>
              <a:t>这种形式也称为阶梯式</a:t>
            </a:r>
            <a:r>
              <a:rPr lang="en-GB" altLang="zh-CN" sz="2800">
                <a:ea typeface="黑体" panose="02010609060101010101" charset="-122"/>
              </a:rPr>
              <a:t> if-else-if </a:t>
            </a:r>
            <a:endParaRPr lang="en-GB" altLang="zh-CN" sz="2800">
              <a:ea typeface="黑体" panose="02010609060101010101" charset="-122"/>
            </a:endParaRPr>
          </a:p>
        </p:txBody>
      </p:sp>
      <p:sp>
        <p:nvSpPr>
          <p:cNvPr id="13317" name="Rectangle 4"/>
          <p:cNvSpPr/>
          <p:nvPr>
            <p:ph type="title"/>
          </p:nvPr>
        </p:nvSpPr>
        <p:spPr>
          <a:xfrm>
            <a:off x="283710" y="-507455"/>
            <a:ext cx="7714080" cy="1927800"/>
          </a:xfrm>
          <a:noFill/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chemeClr val="tx2"/>
                </a:solidFill>
              </a:rPr>
              <a:t>多重 </a:t>
            </a:r>
            <a:r>
              <a:rPr lang="en-US" altLang="zh-CN" smtClean="0">
                <a:solidFill>
                  <a:schemeClr val="tx2"/>
                </a:solidFill>
              </a:rPr>
              <a:t>if </a:t>
            </a:r>
            <a:r>
              <a:rPr lang="zh-CN" altLang="en-US" smtClean="0">
                <a:solidFill>
                  <a:schemeClr val="tx2"/>
                </a:solidFill>
              </a:rPr>
              <a:t>结构</a:t>
            </a:r>
            <a:endParaRPr lang="zh-CN" altLang="en-US" smtClean="0">
              <a:solidFill>
                <a:schemeClr val="tx2"/>
              </a:solidFill>
            </a:endParaRPr>
          </a:p>
        </p:txBody>
      </p:sp>
      <p:sp>
        <p:nvSpPr>
          <p:cNvPr id="162821" name="Oval 5"/>
          <p:cNvSpPr/>
          <p:nvPr/>
        </p:nvSpPr>
        <p:spPr bwMode="auto">
          <a:xfrm>
            <a:off x="1423988" y="1145183"/>
            <a:ext cx="1708150" cy="452437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2" name="AutoShape 6"/>
          <p:cNvSpPr/>
          <p:nvPr/>
        </p:nvSpPr>
        <p:spPr bwMode="auto">
          <a:xfrm>
            <a:off x="4211638" y="1165820"/>
            <a:ext cx="576262" cy="503238"/>
          </a:xfrm>
          <a:prstGeom prst="roundRect">
            <a:avLst>
              <a:gd name="adj" fmla="val 16667"/>
            </a:avLst>
          </a:prstGeom>
          <a:solidFill>
            <a:srgbClr val="3CD26A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 b="1">
                <a:ea typeface="黑体" panose="02010609060101010101" charset="-122"/>
              </a:rPr>
              <a:t>真</a:t>
            </a:r>
            <a:endParaRPr lang="en-US" sz="2400" b="1">
              <a:ea typeface="黑体" panose="02010609060101010101" charset="-122"/>
            </a:endParaRPr>
          </a:p>
        </p:txBody>
      </p:sp>
      <p:sp>
        <p:nvSpPr>
          <p:cNvPr id="162823" name="Rectangle 7"/>
          <p:cNvSpPr/>
          <p:nvPr/>
        </p:nvSpPr>
        <p:spPr bwMode="auto">
          <a:xfrm rot="279478">
            <a:off x="1042988" y="1526183"/>
            <a:ext cx="576262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GB" altLang="zh-CN" sz="4000" b="1">
                <a:solidFill>
                  <a:srgbClr val="339966"/>
                </a:solidFill>
                <a:sym typeface="Wingdings" panose="05000000000000000000" pitchFamily="2" charset="2"/>
              </a:rPr>
              <a:t></a:t>
            </a:r>
            <a:endParaRPr lang="en-US" altLang="zh-CN" sz="4000" b="1">
              <a:solidFill>
                <a:srgbClr val="339966"/>
              </a:solidFill>
              <a:sym typeface="Wingdings" panose="05000000000000000000" pitchFamily="2" charset="2"/>
            </a:endParaRPr>
          </a:p>
        </p:txBody>
      </p:sp>
      <p:sp>
        <p:nvSpPr>
          <p:cNvPr id="162824" name="AutoShape 8"/>
          <p:cNvSpPr/>
          <p:nvPr/>
        </p:nvSpPr>
        <p:spPr bwMode="auto">
          <a:xfrm>
            <a:off x="4932363" y="1165820"/>
            <a:ext cx="576262" cy="504825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>
                <a:ea typeface="黑体" panose="02010609060101010101" charset="-122"/>
              </a:rPr>
              <a:t>假</a:t>
            </a:r>
            <a:endParaRPr lang="zh-CN" altLang="en-US" sz="2400">
              <a:ea typeface="黑体" panose="02010609060101010101" charset="-122"/>
            </a:endParaRPr>
          </a:p>
        </p:txBody>
      </p:sp>
      <p:sp>
        <p:nvSpPr>
          <p:cNvPr id="162825" name="AutoShape 9"/>
          <p:cNvSpPr/>
          <p:nvPr/>
        </p:nvSpPr>
        <p:spPr bwMode="auto">
          <a:xfrm>
            <a:off x="539750" y="1092795"/>
            <a:ext cx="504825" cy="431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1724801127 h 21600"/>
              <a:gd name="T4" fmla="*/ 2147483647 w 21600"/>
              <a:gd name="T5" fmla="*/ 2147483647 h 21600"/>
              <a:gd name="T6" fmla="*/ 2147483647 w 21600"/>
              <a:gd name="T7" fmla="*/ 172480112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6" name="Rectangle 10"/>
          <p:cNvSpPr/>
          <p:nvPr/>
        </p:nvSpPr>
        <p:spPr bwMode="auto">
          <a:xfrm rot="279478">
            <a:off x="1116013" y="2750145"/>
            <a:ext cx="576262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GB" altLang="zh-CN" sz="4000" b="1">
                <a:solidFill>
                  <a:srgbClr val="339966"/>
                </a:solidFill>
                <a:sym typeface="Wingdings" panose="05000000000000000000" pitchFamily="2" charset="2"/>
              </a:rPr>
              <a:t></a:t>
            </a:r>
            <a:endParaRPr lang="en-US" altLang="zh-CN" sz="4000" b="1">
              <a:solidFill>
                <a:srgbClr val="339966"/>
              </a:solidFill>
              <a:sym typeface="Wingdings" panose="05000000000000000000" pitchFamily="2" charset="2"/>
            </a:endParaRPr>
          </a:p>
        </p:txBody>
      </p:sp>
      <p:sp>
        <p:nvSpPr>
          <p:cNvPr id="162827" name="AutoShape 11"/>
          <p:cNvSpPr/>
          <p:nvPr/>
        </p:nvSpPr>
        <p:spPr bwMode="auto">
          <a:xfrm>
            <a:off x="4211638" y="2389783"/>
            <a:ext cx="503237" cy="504825"/>
          </a:xfrm>
          <a:prstGeom prst="roundRect">
            <a:avLst>
              <a:gd name="adj" fmla="val 16667"/>
            </a:avLst>
          </a:prstGeom>
          <a:solidFill>
            <a:srgbClr val="3CD26A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 b="1">
                <a:ea typeface="黑体" panose="02010609060101010101" charset="-122"/>
              </a:rPr>
              <a:t>真</a:t>
            </a:r>
            <a:endParaRPr lang="zh-CN" altLang="en-US" sz="2400" b="1">
              <a:ea typeface="黑体" panose="02010609060101010101" charset="-122"/>
            </a:endParaRPr>
          </a:p>
        </p:txBody>
      </p:sp>
      <p:sp>
        <p:nvSpPr>
          <p:cNvPr id="162828" name="Oval 12"/>
          <p:cNvSpPr/>
          <p:nvPr/>
        </p:nvSpPr>
        <p:spPr bwMode="auto">
          <a:xfrm>
            <a:off x="2339975" y="2318345"/>
            <a:ext cx="1584325" cy="576263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9" name="AutoShape 13"/>
          <p:cNvSpPr/>
          <p:nvPr/>
        </p:nvSpPr>
        <p:spPr bwMode="auto">
          <a:xfrm>
            <a:off x="4859338" y="2389783"/>
            <a:ext cx="576262" cy="504825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>
                <a:ea typeface="黑体" panose="02010609060101010101" charset="-122"/>
              </a:rPr>
              <a:t>假</a:t>
            </a:r>
            <a:endParaRPr lang="en-US" sz="2400">
              <a:ea typeface="黑体" panose="02010609060101010101" charset="-122"/>
            </a:endParaRPr>
          </a:p>
        </p:txBody>
      </p:sp>
      <p:sp>
        <p:nvSpPr>
          <p:cNvPr id="162830" name="AutoShape 14"/>
          <p:cNvSpPr/>
          <p:nvPr/>
        </p:nvSpPr>
        <p:spPr bwMode="auto">
          <a:xfrm>
            <a:off x="539750" y="2461220"/>
            <a:ext cx="504825" cy="431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1724801127 h 21600"/>
              <a:gd name="T4" fmla="*/ 2147483647 w 21600"/>
              <a:gd name="T5" fmla="*/ 2147483647 h 21600"/>
              <a:gd name="T6" fmla="*/ 2147483647 w 21600"/>
              <a:gd name="T7" fmla="*/ 172480112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31" name="Oval 15"/>
          <p:cNvSpPr/>
          <p:nvPr/>
        </p:nvSpPr>
        <p:spPr bwMode="auto">
          <a:xfrm>
            <a:off x="2411413" y="3613745"/>
            <a:ext cx="1512887" cy="534988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32" name="AutoShape 16"/>
          <p:cNvSpPr/>
          <p:nvPr/>
        </p:nvSpPr>
        <p:spPr bwMode="auto">
          <a:xfrm>
            <a:off x="4211638" y="3685183"/>
            <a:ext cx="503237" cy="504825"/>
          </a:xfrm>
          <a:prstGeom prst="roundRect">
            <a:avLst>
              <a:gd name="adj" fmla="val 16667"/>
            </a:avLst>
          </a:prstGeom>
          <a:solidFill>
            <a:srgbClr val="3CD26A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 b="1">
                <a:ea typeface="黑体" panose="02010609060101010101" charset="-122"/>
              </a:rPr>
              <a:t>真</a:t>
            </a:r>
            <a:endParaRPr lang="zh-CN" altLang="en-US" sz="2400" b="1">
              <a:ea typeface="黑体" panose="02010609060101010101" charset="-122"/>
            </a:endParaRPr>
          </a:p>
        </p:txBody>
      </p:sp>
      <p:sp>
        <p:nvSpPr>
          <p:cNvPr id="162833" name="Rectangle 17"/>
          <p:cNvSpPr/>
          <p:nvPr/>
        </p:nvSpPr>
        <p:spPr bwMode="auto">
          <a:xfrm rot="279478">
            <a:off x="1116013" y="4064595"/>
            <a:ext cx="576262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GB" altLang="zh-CN" sz="4000" b="1">
                <a:solidFill>
                  <a:srgbClr val="339966"/>
                </a:solidFill>
                <a:sym typeface="Wingdings" panose="05000000000000000000" pitchFamily="2" charset="2"/>
              </a:rPr>
              <a:t></a:t>
            </a:r>
            <a:endParaRPr lang="en-US" altLang="zh-CN" sz="4000" b="1">
              <a:solidFill>
                <a:srgbClr val="339966"/>
              </a:solidFill>
              <a:sym typeface="Wingdings" panose="05000000000000000000" pitchFamily="2" charset="2"/>
            </a:endParaRPr>
          </a:p>
        </p:txBody>
      </p:sp>
      <p:sp>
        <p:nvSpPr>
          <p:cNvPr id="162834" name="AutoShape 18"/>
          <p:cNvSpPr/>
          <p:nvPr/>
        </p:nvSpPr>
        <p:spPr bwMode="auto">
          <a:xfrm>
            <a:off x="4932363" y="3685183"/>
            <a:ext cx="503237" cy="504825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>
                <a:ea typeface="黑体" panose="02010609060101010101" charset="-122"/>
              </a:rPr>
              <a:t>假</a:t>
            </a:r>
            <a:endParaRPr lang="en-US" sz="2400">
              <a:ea typeface="黑体" panose="02010609060101010101" charset="-122"/>
            </a:endParaRPr>
          </a:p>
        </p:txBody>
      </p:sp>
      <p:sp>
        <p:nvSpPr>
          <p:cNvPr id="162835" name="AutoShape 19"/>
          <p:cNvSpPr/>
          <p:nvPr/>
        </p:nvSpPr>
        <p:spPr bwMode="auto">
          <a:xfrm>
            <a:off x="611188" y="3758208"/>
            <a:ext cx="504825" cy="431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1724801127 h 21600"/>
              <a:gd name="T4" fmla="*/ 2147483647 w 21600"/>
              <a:gd name="T5" fmla="*/ 2147483647 h 21600"/>
              <a:gd name="T6" fmla="*/ 2147483647 w 21600"/>
              <a:gd name="T7" fmla="*/ 172480112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47" name="Rectangle 31"/>
          <p:cNvSpPr/>
          <p:nvPr/>
        </p:nvSpPr>
        <p:spPr bwMode="auto">
          <a:xfrm rot="279478">
            <a:off x="1042988" y="5661025"/>
            <a:ext cx="576262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GB" altLang="zh-CN" sz="4000" b="1">
                <a:solidFill>
                  <a:srgbClr val="339966"/>
                </a:solidFill>
                <a:sym typeface="Wingdings" panose="05000000000000000000" pitchFamily="2" charset="2"/>
              </a:rPr>
              <a:t></a:t>
            </a:r>
            <a:endParaRPr lang="en-US" altLang="zh-CN" sz="4000" b="1">
              <a:solidFill>
                <a:srgbClr val="339966"/>
              </a:solidFill>
              <a:sym typeface="Wingdings" panose="05000000000000000000" pitchFamily="2" charset="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2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2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2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2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2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2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28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28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28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2" dur="500" fill="hold"/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628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35" presetClass="emph" presetSubtype="0" repeatCount="2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9" dur="500" fill="hold"/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10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628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6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00"/>
                            </p:stCondLst>
                            <p:childTnLst>
                              <p:par>
                                <p:cTn id="106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7" dur="500" fill="hold"/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5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6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6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162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628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6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35" presetClass="emph" presetSubtype="0" repeatCount="2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4" dur="500" fill="hold"/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1628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628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628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500"/>
                            </p:stCondLst>
                            <p:childTnLst>
                              <p:par>
                                <p:cTn id="149" presetID="10" presetClass="exit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1628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6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500"/>
                            </p:stCondLst>
                            <p:childTnLst>
                              <p:par>
                                <p:cTn id="160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6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3000"/>
                            </p:stCondLst>
                            <p:childTnLst>
                              <p:par>
                                <p:cTn id="164" presetID="35" presetClass="emph" presetSubtype="0" repeatCount="2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5" dur="500" fill="hold"/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3500"/>
                            </p:stCondLst>
                            <p:childTnLst>
                              <p:par>
                                <p:cTn id="167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6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40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6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162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4500"/>
                            </p:stCondLst>
                            <p:childTnLst>
                              <p:par>
                                <p:cTn id="1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6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0"/>
                            </p:stCondLst>
                            <p:childTnLst>
                              <p:par>
                                <p:cTn id="182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3" dur="500" fill="hold"/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1628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500"/>
                            </p:stCondLst>
                            <p:childTnLst>
                              <p:par>
                                <p:cTn id="18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16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600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6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6500"/>
                            </p:stCondLst>
                            <p:childTnLst>
                              <p:par>
                                <p:cTn id="19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1628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16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1628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6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35" presetClass="emph" presetSubtype="0" repeatCount="2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3" dur="500" fill="hold"/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1628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1628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1628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1628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27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500"/>
                            </p:stCondLst>
                            <p:childTnLst>
                              <p:par>
                                <p:cTn id="231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6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2000"/>
                            </p:stCondLst>
                            <p:childTnLst>
                              <p:par>
                                <p:cTn id="238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6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1628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500"/>
                            </p:stCondLst>
                            <p:childTnLst>
                              <p:par>
                                <p:cTn id="245" presetID="35" presetClass="emph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6" dur="1000" fill="hold"/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3500"/>
                            </p:stCondLst>
                            <p:childTnLst>
                              <p:par>
                                <p:cTn id="248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16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4000"/>
                            </p:stCondLst>
                            <p:childTnLst>
                              <p:par>
                                <p:cTn id="252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6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500"/>
                                        <p:tgtEl>
                                          <p:spTgt spid="162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4500"/>
                            </p:stCondLst>
                            <p:childTnLst>
                              <p:par>
                                <p:cTn id="259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6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000"/>
                            </p:stCondLst>
                            <p:childTnLst>
                              <p:par>
                                <p:cTn id="263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4" dur="500" fill="hold"/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10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00"/>
                                        <p:tgtEl>
                                          <p:spTgt spid="1628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500"/>
                            </p:stCondLst>
                            <p:childTnLst>
                              <p:par>
                                <p:cTn id="26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500"/>
                                        <p:tgtEl>
                                          <p:spTgt spid="16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6000"/>
                            </p:stCondLst>
                            <p:childTnLst>
                              <p:par>
                                <p:cTn id="2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6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6500"/>
                            </p:stCondLst>
                            <p:childTnLst>
                              <p:par>
                                <p:cTn id="2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00"/>
                                        <p:tgtEl>
                                          <p:spTgt spid="162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2000"/>
                                        <p:tgtEl>
                                          <p:spTgt spid="1628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00"/>
                                        <p:tgtEl>
                                          <p:spTgt spid="1628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500"/>
                                        <p:tgtEl>
                                          <p:spTgt spid="1628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500"/>
                                        <p:tgtEl>
                                          <p:spTgt spid="1628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allAtOnce"/>
      <p:bldP spid="162821" grpId="0" bldLvl="0" animBg="1"/>
      <p:bldP spid="162821" grpId="1" bldLvl="0" animBg="1"/>
      <p:bldP spid="162821" grpId="2" bldLvl="0" animBg="1"/>
      <p:bldP spid="162821" grpId="3" bldLvl="0" animBg="1"/>
      <p:bldP spid="162821" grpId="4" bldLvl="0" animBg="1"/>
      <p:bldP spid="162821" grpId="5" bldLvl="0" animBg="1"/>
      <p:bldP spid="162821" grpId="6" bldLvl="0" animBg="1"/>
      <p:bldP spid="162821" grpId="7" bldLvl="0" animBg="1"/>
      <p:bldP spid="162822" grpId="0" bldLvl="0" animBg="1"/>
      <p:bldP spid="162822" grpId="1" bldLvl="0" animBg="1"/>
      <p:bldP spid="162823" grpId="0"/>
      <p:bldP spid="162823" grpId="1"/>
      <p:bldP spid="162824" grpId="0" bldLvl="0" animBg="1"/>
      <p:bldP spid="162824" grpId="1" bldLvl="0" animBg="1"/>
      <p:bldP spid="162824" grpId="2" bldLvl="0" animBg="1"/>
      <p:bldP spid="162824" grpId="3" bldLvl="0" animBg="1"/>
      <p:bldP spid="162824" grpId="4" bldLvl="0" animBg="1"/>
      <p:bldP spid="162824" grpId="5" bldLvl="0" animBg="1"/>
      <p:bldP spid="162825" grpId="0" bldLvl="0" animBg="1"/>
      <p:bldP spid="162825" grpId="1" bldLvl="0" animBg="1"/>
      <p:bldP spid="162825" grpId="2" bldLvl="0" animBg="1"/>
      <p:bldP spid="162825" grpId="3" bldLvl="0" animBg="1"/>
      <p:bldP spid="162825" grpId="4" bldLvl="0" animBg="1"/>
      <p:bldP spid="162825" grpId="5" bldLvl="0" animBg="1"/>
      <p:bldP spid="162825" grpId="6" bldLvl="0" animBg="1"/>
      <p:bldP spid="162825" grpId="7" bldLvl="0" animBg="1"/>
      <p:bldP spid="162825" grpId="8" bldLvl="0" animBg="1"/>
      <p:bldP spid="162825" grpId="9" bldLvl="0" animBg="1"/>
      <p:bldP spid="162825" grpId="10" bldLvl="0" animBg="1"/>
      <p:bldP spid="162825" grpId="11" bldLvl="0" animBg="1"/>
      <p:bldP spid="162826" grpId="0"/>
      <p:bldP spid="162826" grpId="1"/>
      <p:bldP spid="162827" grpId="0" bldLvl="0" animBg="1"/>
      <p:bldP spid="162827" grpId="1" bldLvl="0" animBg="1"/>
      <p:bldP spid="162828" grpId="0" bldLvl="0" animBg="1"/>
      <p:bldP spid="162828" grpId="1" bldLvl="0" animBg="1"/>
      <p:bldP spid="162828" grpId="2" bldLvl="0" animBg="1"/>
      <p:bldP spid="162828" grpId="3" bldLvl="0" animBg="1"/>
      <p:bldP spid="162828" grpId="4" bldLvl="0" animBg="1"/>
      <p:bldP spid="162828" grpId="5" bldLvl="0" animBg="1"/>
      <p:bldP spid="162829" grpId="0" bldLvl="0" animBg="1"/>
      <p:bldP spid="162829" grpId="1" bldLvl="0" animBg="1"/>
      <p:bldP spid="162829" grpId="2" bldLvl="0" animBg="1"/>
      <p:bldP spid="162829" grpId="3" bldLvl="0" animBg="1"/>
      <p:bldP spid="162830" grpId="0" bldLvl="0" animBg="1"/>
      <p:bldP spid="162830" grpId="1" bldLvl="0" animBg="1"/>
      <p:bldP spid="162830" grpId="2" bldLvl="0" animBg="1"/>
      <p:bldP spid="162830" grpId="3" bldLvl="0" animBg="1"/>
      <p:bldP spid="162830" grpId="4" bldLvl="0" animBg="1"/>
      <p:bldP spid="162830" grpId="5" bldLvl="0" animBg="1"/>
      <p:bldP spid="162830" grpId="6" bldLvl="0" animBg="1"/>
      <p:bldP spid="162830" grpId="7" bldLvl="0" animBg="1"/>
      <p:bldP spid="162830" grpId="8" bldLvl="0" animBg="1"/>
      <p:bldP spid="162831" grpId="0" bldLvl="0" animBg="1"/>
      <p:bldP spid="162831" grpId="1" bldLvl="0" animBg="1"/>
      <p:bldP spid="162831" grpId="2" bldLvl="0" animBg="1"/>
      <p:bldP spid="162832" grpId="0" bldLvl="0" animBg="1"/>
      <p:bldP spid="162832" grpId="1" bldLvl="0" animBg="1"/>
      <p:bldP spid="162833" grpId="0"/>
      <p:bldP spid="162833" grpId="1"/>
      <p:bldP spid="162834" grpId="0" bldLvl="0" animBg="1"/>
      <p:bldP spid="162834" grpId="1" bldLvl="0" animBg="1"/>
      <p:bldP spid="162835" grpId="0" bldLvl="0" animBg="1"/>
      <p:bldP spid="162835" grpId="1" bldLvl="0" animBg="1"/>
      <p:bldP spid="162835" grpId="2" bldLvl="0" animBg="1"/>
      <p:bldP spid="162835" grpId="3" bldLvl="0" animBg="1"/>
      <p:bldP spid="162835" grpId="4" bldLvl="0" animBg="1"/>
      <p:bldP spid="162835" grpId="5" bldLvl="0" animBg="1"/>
      <p:bldP spid="1628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0"/>
          <p:cNvSpPr/>
          <p:nvPr/>
        </p:nvSpPr>
        <p:spPr bwMode="auto">
          <a:xfrm>
            <a:off x="539750" y="1557338"/>
            <a:ext cx="7848600" cy="180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None/>
            </a:pPr>
            <a:r>
              <a:rPr lang="zh-CN" altLang="en-US" sz="2400">
                <a:ea typeface="黑体" panose="02010609060101010101" charset="-122"/>
              </a:rPr>
              <a:t>问题描述：</a:t>
            </a:r>
            <a:endParaRPr lang="zh-CN" altLang="en-US" sz="2400">
              <a:ea typeface="黑体" panose="02010609060101010101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None/>
            </a:pPr>
            <a:r>
              <a:rPr lang="zh-CN" altLang="en-US" sz="2400">
                <a:ea typeface="黑体" panose="02010609060101010101" charset="-122"/>
              </a:rPr>
              <a:t>编写一个程序，根据用户输入的期末考试成绩，输出相应的成绩评定信息。成绩大于等于</a:t>
            </a:r>
            <a:r>
              <a:rPr lang="en-US" altLang="zh-CN" sz="2400">
                <a:ea typeface="黑体" panose="02010609060101010101" charset="-122"/>
              </a:rPr>
              <a:t>90</a:t>
            </a:r>
            <a:r>
              <a:rPr lang="zh-CN" altLang="en-US" sz="2400">
                <a:ea typeface="黑体" panose="02010609060101010101" charset="-122"/>
              </a:rPr>
              <a:t>分输出“优”；成绩大于等于</a:t>
            </a:r>
            <a:r>
              <a:rPr lang="en-US" altLang="zh-CN" sz="2400">
                <a:ea typeface="黑体" panose="02010609060101010101" charset="-122"/>
              </a:rPr>
              <a:t>80</a:t>
            </a:r>
            <a:r>
              <a:rPr lang="zh-CN" altLang="en-US" sz="2400">
                <a:ea typeface="黑体" panose="02010609060101010101" charset="-122"/>
              </a:rPr>
              <a:t>分小于</a:t>
            </a:r>
            <a:r>
              <a:rPr lang="en-US" altLang="zh-CN" sz="2400">
                <a:ea typeface="黑体" panose="02010609060101010101" charset="-122"/>
              </a:rPr>
              <a:t>90</a:t>
            </a:r>
            <a:r>
              <a:rPr lang="zh-CN" altLang="en-US" sz="2400">
                <a:ea typeface="黑体" panose="02010609060101010101" charset="-122"/>
              </a:rPr>
              <a:t>分输出“良”；成绩大于等于</a:t>
            </a:r>
            <a:r>
              <a:rPr lang="en-US" altLang="zh-CN" sz="2400">
                <a:ea typeface="黑体" panose="02010609060101010101" charset="-122"/>
              </a:rPr>
              <a:t>60</a:t>
            </a:r>
            <a:r>
              <a:rPr lang="zh-CN" altLang="en-US" sz="2400">
                <a:ea typeface="黑体" panose="02010609060101010101" charset="-122"/>
              </a:rPr>
              <a:t>分小于</a:t>
            </a:r>
            <a:r>
              <a:rPr lang="en-US" altLang="zh-CN" sz="2400">
                <a:ea typeface="黑体" panose="02010609060101010101" charset="-122"/>
              </a:rPr>
              <a:t>80</a:t>
            </a:r>
            <a:r>
              <a:rPr lang="zh-CN" altLang="en-US" sz="2400">
                <a:ea typeface="黑体" panose="02010609060101010101" charset="-122"/>
              </a:rPr>
              <a:t>分输出“中”；成绩小于</a:t>
            </a:r>
            <a:r>
              <a:rPr lang="en-US" altLang="zh-CN" sz="2400">
                <a:ea typeface="黑体" panose="02010609060101010101" charset="-122"/>
              </a:rPr>
              <a:t>60</a:t>
            </a:r>
            <a:r>
              <a:rPr lang="zh-CN" altLang="en-US" sz="2400">
                <a:ea typeface="黑体" panose="02010609060101010101" charset="-122"/>
              </a:rPr>
              <a:t>分输出“差”。 </a:t>
            </a:r>
            <a:endParaRPr lang="zh-CN" altLang="en-US" sz="2400">
              <a:ea typeface="黑体" panose="02010609060101010101" charset="-122"/>
            </a:endParaRPr>
          </a:p>
        </p:txBody>
      </p:sp>
      <p:sp>
        <p:nvSpPr>
          <p:cNvPr id="167938" name="Rectangle 2"/>
          <p:cNvSpPr/>
          <p:nvPr/>
        </p:nvSpPr>
        <p:spPr bwMode="auto">
          <a:xfrm>
            <a:off x="539750" y="692150"/>
            <a:ext cx="8135938" cy="59055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#include &lt;iostream.h&gt;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void main()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{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float grade;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cout&lt;&lt;"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  <a:cs typeface="Courier New" panose="02070309020205020404"/>
              </a:rPr>
              <a:t>请输入期末考试成绩：</a:t>
            </a:r>
            <a:r>
              <a:rPr lang="zh-CN" altLang="en-GB" sz="2400">
                <a:solidFill>
                  <a:srgbClr val="000000"/>
                </a:solidFill>
                <a:cs typeface="Courier New" panose="02070309020205020404"/>
              </a:rPr>
              <a:t> 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cin&gt;&gt;grade;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if(grade&gt;=90)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cout&lt;&lt;"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优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else if ((grade&gt;=80) &amp;&amp; (grade&lt;90))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cout&lt;&lt;"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良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else if ((grade&gt;=60) &amp;&amp; (grade&lt;80))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cout&lt;&lt;"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中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else 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cout&lt;&lt;"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差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cout&lt;&lt;"\n";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}</a:t>
            </a:r>
            <a:r>
              <a:rPr lang="en-US" altLang="zh-CN" sz="2400">
                <a:solidFill>
                  <a:srgbClr val="000000"/>
                </a:solidFill>
                <a:cs typeface="Courier New" panose="02070309020205020404"/>
              </a:rPr>
              <a:t> </a:t>
            </a:r>
            <a:endParaRPr lang="en-US" altLang="zh-CN" sz="2400">
              <a:solidFill>
                <a:srgbClr val="000000"/>
              </a:solidFill>
              <a:cs typeface="Courier New" panose="02070309020205020404"/>
            </a:endParaRPr>
          </a:p>
        </p:txBody>
      </p:sp>
      <p:sp>
        <p:nvSpPr>
          <p:cNvPr id="167939" name="Rectangle 3"/>
          <p:cNvSpPr/>
          <p:nvPr/>
        </p:nvSpPr>
        <p:spPr bwMode="auto">
          <a:xfrm>
            <a:off x="0" y="2335213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6948488" y="1106488"/>
            <a:ext cx="1295400" cy="1817687"/>
            <a:chOff x="4320" y="894"/>
            <a:chExt cx="1296" cy="1362"/>
          </a:xfrm>
        </p:grpSpPr>
        <p:sp>
          <p:nvSpPr>
            <p:cNvPr id="14356" name="Rectangle 6"/>
            <p:cNvSpPr/>
            <p:nvPr/>
          </p:nvSpPr>
          <p:spPr bwMode="auto">
            <a:xfrm>
              <a:off x="4320" y="1056"/>
              <a:ext cx="1296" cy="1200"/>
            </a:xfrm>
            <a:prstGeom prst="rect">
              <a:avLst/>
            </a:prstGeom>
            <a:solidFill>
              <a:srgbClr val="FFFFE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7" name="Text Box 7"/>
            <p:cNvSpPr txBox="1"/>
            <p:nvPr/>
          </p:nvSpPr>
          <p:spPr bwMode="auto">
            <a:xfrm>
              <a:off x="4628" y="894"/>
              <a:ext cx="705" cy="30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Courier New" panose="02070309020205020404"/>
                  <a:ea typeface="黑体" panose="02010609060101010101" charset="-122"/>
                </a:rPr>
                <a:t>内存</a:t>
              </a:r>
              <a:endParaRPr lang="zh-CN" altLang="en-US" sz="2000" b="1">
                <a:solidFill>
                  <a:schemeClr val="bg1"/>
                </a:solidFill>
                <a:latin typeface="Courier New" panose="02070309020205020404"/>
                <a:ea typeface="黑体" panose="02010609060101010101" charset="-122"/>
              </a:endParaRPr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7070725" y="1628775"/>
            <a:ext cx="1096963" cy="1143000"/>
            <a:chOff x="3832" y="960"/>
            <a:chExt cx="691" cy="720"/>
          </a:xfrm>
        </p:grpSpPr>
        <p:sp>
          <p:nvSpPr>
            <p:cNvPr id="14354" name="Oval 9"/>
            <p:cNvSpPr/>
            <p:nvPr/>
          </p:nvSpPr>
          <p:spPr bwMode="auto">
            <a:xfrm>
              <a:off x="3936" y="1200"/>
              <a:ext cx="480" cy="4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5" name="Text Box 10"/>
            <p:cNvSpPr txBox="1"/>
            <p:nvPr/>
          </p:nvSpPr>
          <p:spPr bwMode="auto">
            <a:xfrm>
              <a:off x="3832" y="960"/>
              <a:ext cx="691" cy="288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Courier New" panose="02070309020205020404"/>
                </a:rPr>
                <a:t>grade</a:t>
              </a:r>
              <a:endParaRPr lang="en-US" altLang="zh-CN" sz="2400" b="1">
                <a:latin typeface="Courier New" panose="02070309020205020404"/>
              </a:endParaRPr>
            </a:p>
          </p:txBody>
        </p:sp>
      </p:grpSp>
      <p:sp>
        <p:nvSpPr>
          <p:cNvPr id="167948" name="AutoShape 12"/>
          <p:cNvSpPr/>
          <p:nvPr/>
        </p:nvSpPr>
        <p:spPr bwMode="auto">
          <a:xfrm flipH="1">
            <a:off x="6588125" y="3673476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67949" name="AutoShape 13"/>
          <p:cNvSpPr/>
          <p:nvPr/>
        </p:nvSpPr>
        <p:spPr bwMode="auto">
          <a:xfrm flipH="1">
            <a:off x="6588125" y="4400551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67950" name="Text Box 14"/>
          <p:cNvSpPr txBox="1"/>
          <p:nvPr/>
        </p:nvSpPr>
        <p:spPr bwMode="auto">
          <a:xfrm>
            <a:off x="7309168" y="2133600"/>
            <a:ext cx="548640" cy="46037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>
                <a:solidFill>
                  <a:schemeClr val="hlink"/>
                </a:solidFill>
                <a:latin typeface="Courier New" panose="02070309020205020404"/>
              </a:rPr>
              <a:t>59</a:t>
            </a:r>
            <a:endParaRPr lang="en-US" altLang="zh-CN" sz="2400" b="1">
              <a:solidFill>
                <a:schemeClr val="hlink"/>
              </a:solidFill>
              <a:latin typeface="Courier New" panose="02070309020205020404"/>
            </a:endParaRPr>
          </a:p>
        </p:txBody>
      </p:sp>
      <p:sp>
        <p:nvSpPr>
          <p:cNvPr id="167951" name="Line 15"/>
          <p:cNvSpPr/>
          <p:nvPr/>
        </p:nvSpPr>
        <p:spPr bwMode="auto">
          <a:xfrm flipH="1" flipV="1">
            <a:off x="7740650" y="3892550"/>
            <a:ext cx="0" cy="36830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67952" name="Text Box 16"/>
          <p:cNvSpPr txBox="1"/>
          <p:nvPr/>
        </p:nvSpPr>
        <p:spPr bwMode="auto">
          <a:xfrm>
            <a:off x="5003800" y="5516563"/>
            <a:ext cx="3168650" cy="39878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bg1"/>
                </a:solidFill>
                <a:ea typeface="黑体" panose="02010609060101010101" charset="-122"/>
              </a:rPr>
              <a:t>请输入期末考试成绩：</a:t>
            </a:r>
            <a:r>
              <a:rPr lang="en-US" altLang="zh-CN" sz="2000">
                <a:solidFill>
                  <a:schemeClr val="bg1"/>
                </a:solidFill>
                <a:ea typeface="黑体" panose="02010609060101010101" charset="-122"/>
              </a:rPr>
              <a:t>59</a:t>
            </a:r>
            <a:endParaRPr lang="en-US" altLang="zh-CN" sz="2000">
              <a:solidFill>
                <a:schemeClr val="bg1"/>
              </a:solidFill>
              <a:ea typeface="黑体" panose="02010609060101010101" charset="-122"/>
            </a:endParaRPr>
          </a:p>
        </p:txBody>
      </p:sp>
      <p:sp>
        <p:nvSpPr>
          <p:cNvPr id="167953" name="Text Box 17"/>
          <p:cNvSpPr txBox="1"/>
          <p:nvPr/>
        </p:nvSpPr>
        <p:spPr bwMode="auto">
          <a:xfrm>
            <a:off x="5003800" y="5876925"/>
            <a:ext cx="3168650" cy="39878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bg1"/>
                </a:solidFill>
                <a:ea typeface="黑体" panose="02010609060101010101" charset="-122"/>
              </a:rPr>
              <a:t>差</a:t>
            </a:r>
            <a:endParaRPr lang="zh-CN" altLang="en-US" sz="2000">
              <a:solidFill>
                <a:schemeClr val="bg1"/>
              </a:solidFill>
              <a:ea typeface="黑体" panose="02010609060101010101" charset="-122"/>
            </a:endParaRPr>
          </a:p>
        </p:txBody>
      </p:sp>
      <p:sp>
        <p:nvSpPr>
          <p:cNvPr id="167954" name="AutoShape 18"/>
          <p:cNvSpPr/>
          <p:nvPr/>
        </p:nvSpPr>
        <p:spPr bwMode="auto">
          <a:xfrm flipH="1">
            <a:off x="4427538" y="5481639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67955" name="AutoShape 19"/>
          <p:cNvSpPr/>
          <p:nvPr/>
        </p:nvSpPr>
        <p:spPr bwMode="auto">
          <a:xfrm flipH="1">
            <a:off x="3708400" y="2889251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67957" name="AutoShape 21"/>
          <p:cNvSpPr/>
          <p:nvPr/>
        </p:nvSpPr>
        <p:spPr bwMode="auto">
          <a:xfrm flipH="1">
            <a:off x="971550" y="6200776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317" name="Rectangle 4"/>
          <p:cNvSpPr/>
          <p:nvPr>
            <p:ph type="title"/>
          </p:nvPr>
        </p:nvSpPr>
        <p:spPr>
          <a:xfrm>
            <a:off x="-135" y="-551270"/>
            <a:ext cx="7714080" cy="1927800"/>
          </a:xfrm>
          <a:noFill/>
        </p:spPr>
        <p:txBody>
          <a:bodyPr/>
          <a:p>
            <a:pPr eaLnBrk="1" hangingPunct="1"/>
            <a:r>
              <a:rPr lang="en-US" altLang="zh-CN" smtClean="0">
                <a:solidFill>
                  <a:schemeClr val="tx2"/>
                </a:solidFill>
              </a:rPr>
              <a:t>        </a:t>
            </a:r>
            <a:r>
              <a:rPr lang="zh-CN" altLang="en-US" smtClean="0">
                <a:solidFill>
                  <a:schemeClr val="tx2"/>
                </a:solidFill>
              </a:rPr>
              <a:t>多重 </a:t>
            </a:r>
            <a:r>
              <a:rPr lang="en-US" altLang="zh-CN" smtClean="0">
                <a:solidFill>
                  <a:schemeClr val="tx2"/>
                </a:solidFill>
              </a:rPr>
              <a:t>if </a:t>
            </a:r>
            <a:r>
              <a:rPr lang="zh-CN" altLang="en-US" smtClean="0">
                <a:solidFill>
                  <a:schemeClr val="tx2"/>
                </a:solidFill>
              </a:rPr>
              <a:t>结构</a:t>
            </a:r>
            <a:endParaRPr lang="zh-CN" altLang="en-US" smtClean="0">
              <a:solidFill>
                <a:schemeClr val="tx2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6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1000"/>
                                        <p:tgtEl>
                                          <p:spTgt spid="167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3" dur="1000" fill="hold"/>
                                        <p:tgtEl>
                                          <p:spTgt spid="16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1679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2" dur="1000" fill="hold"/>
                                        <p:tgtEl>
                                          <p:spTgt spid="16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1679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1" dur="1000" fill="hold"/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000"/>
                                        <p:tgtEl>
                                          <p:spTgt spid="1679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0" dur="1000" fill="hold"/>
                                        <p:tgtEl>
                                          <p:spTgt spid="16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1679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3" dur="1000" fill="hold"/>
                                        <p:tgtEl>
                                          <p:spTgt spid="16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8" grpId="0" bldLvl="0" animBg="1"/>
      <p:bldP spid="167948" grpId="0" bldLvl="0" animBg="1"/>
      <p:bldP spid="167948" grpId="1" bldLvl="0" animBg="1"/>
      <p:bldP spid="167948" grpId="2" bldLvl="0" animBg="1"/>
      <p:bldP spid="167949" grpId="0" bldLvl="0" animBg="1"/>
      <p:bldP spid="167949" grpId="1" bldLvl="0" animBg="1"/>
      <p:bldP spid="167949" grpId="2" bldLvl="0" animBg="1"/>
      <p:bldP spid="167952" grpId="0" bldLvl="0" animBg="1"/>
      <p:bldP spid="167953" grpId="0" bldLvl="0" animBg="1"/>
      <p:bldP spid="167954" grpId="0" bldLvl="0" animBg="1"/>
      <p:bldP spid="167954" grpId="1" bldLvl="0" animBg="1"/>
      <p:bldP spid="167954" grpId="2" bldLvl="0" animBg="1"/>
      <p:bldP spid="167955" grpId="0" bldLvl="0" animBg="1"/>
      <p:bldP spid="167955" grpId="1" bldLvl="0" animBg="1"/>
      <p:bldP spid="167955" grpId="2" bldLvl="0" animBg="1"/>
      <p:bldP spid="167957" grpId="0" bldLvl="0" animBg="1"/>
      <p:bldP spid="167957" grpId="1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936000"/>
            <a:ext cx="9142920" cy="5713920"/>
          </a:xfrm>
          <a:prstGeom prst="rect">
            <a:avLst/>
          </a:prstGeom>
          <a:ln w="9360">
            <a:noFill/>
          </a:ln>
        </p:spPr>
      </p:pic>
      <p:sp>
        <p:nvSpPr>
          <p:cNvPr id="94" name="CustomShape 1"/>
          <p:cNvSpPr/>
          <p:nvPr/>
        </p:nvSpPr>
        <p:spPr>
          <a:xfrm>
            <a:off x="714240" y="2000160"/>
            <a:ext cx="7714080" cy="1927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zh-CN" altLang="en-US" sz="7200" b="0" strike="noStrike" spc="-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嵌套分支</a:t>
            </a:r>
            <a:endParaRPr lang="zh-CN" altLang="en-US" sz="7200" b="0" strike="noStrike" spc="-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14240" y="4509000"/>
            <a:ext cx="7714080" cy="1419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endParaRPr lang="en-US" sz="3200" b="0" strike="noStrike" spc="-1" dirty="0">
              <a:latin typeface="Arial" panose="020B0604020202020204" pitchFamily="34" charset="0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5739480" y="895320"/>
            <a:ext cx="3312360" cy="8211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高级语言</a:t>
            </a:r>
            <a:r>
              <a:rPr lang="en-US" sz="2400" b="1" strike="noStrike" spc="-1">
                <a:solidFill>
                  <a:srgbClr val="FFFFFF"/>
                </a:solidFill>
                <a:latin typeface="Courier New" panose="02070309020205020404"/>
                <a:ea typeface="华文琥珀" panose="02010800040101010101" charset="-122"/>
              </a:rPr>
              <a:t>C++</a:t>
            </a: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程序设计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实验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7604280" y="6031080"/>
            <a:ext cx="1395000" cy="381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20000"/>
              </a:lnSpc>
            </a:pPr>
            <a:endParaRPr lang="en-US" sz="1600" b="0" strike="noStrike" spc="-1">
              <a:latin typeface="Arial" panose="020B0604020202020204" pitchFamily="34" charset="0"/>
            </a:endParaRPr>
          </a:p>
        </p:txBody>
      </p:sp>
      <p:pic>
        <p:nvPicPr>
          <p:cNvPr id="98" name="图片 12"/>
          <p:cNvPicPr/>
          <p:nvPr/>
        </p:nvPicPr>
        <p:blipFill>
          <a:blip r:embed="rId2"/>
          <a:stretch>
            <a:fillRect/>
          </a:stretch>
        </p:blipFill>
        <p:spPr>
          <a:xfrm>
            <a:off x="7598160" y="5666400"/>
            <a:ext cx="1462680" cy="363960"/>
          </a:xfrm>
          <a:prstGeom prst="rect">
            <a:avLst/>
          </a:prstGeom>
          <a:ln w="9360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/>
          <p:nvPr/>
        </p:nvSpPr>
        <p:spPr bwMode="auto">
          <a:xfrm>
            <a:off x="611188" y="1517650"/>
            <a:ext cx="8532812" cy="1152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Char char="q"/>
            </a:pPr>
            <a:r>
              <a:rPr lang="zh-CN" altLang="en-US" sz="2800">
                <a:solidFill>
                  <a:schemeClr val="accent1"/>
                </a:solidFill>
                <a:ea typeface="黑体" panose="02010609060101010101" charset="-122"/>
              </a:rPr>
              <a:t>嵌套 </a:t>
            </a:r>
            <a:r>
              <a:rPr lang="en-US" altLang="zh-CN" sz="2800">
                <a:solidFill>
                  <a:schemeClr val="accent1"/>
                </a:solidFill>
                <a:ea typeface="黑体" panose="02010609060101010101" charset="-122"/>
              </a:rPr>
              <a:t>if </a:t>
            </a:r>
            <a:r>
              <a:rPr lang="zh-CN" altLang="en-US" sz="2800">
                <a:solidFill>
                  <a:schemeClr val="accent1"/>
                </a:solidFill>
                <a:ea typeface="黑体" panose="02010609060101010101" charset="-122"/>
              </a:rPr>
              <a:t>结构就是</a:t>
            </a:r>
            <a:r>
              <a:rPr lang="zh-CN" altLang="zh-CN" sz="2800">
                <a:solidFill>
                  <a:schemeClr val="accent1"/>
                </a:solidFill>
                <a:ea typeface="黑体" panose="02010609060101010101" charset="-122"/>
              </a:rPr>
              <a:t>将整个</a:t>
            </a:r>
            <a:r>
              <a:rPr lang="zh-CN" altLang="en-US" sz="2800">
                <a:solidFill>
                  <a:schemeClr val="accent1"/>
                </a:solidFill>
                <a:ea typeface="黑体" panose="02010609060101010101" charset="-122"/>
              </a:rPr>
              <a:t> </a:t>
            </a:r>
            <a:r>
              <a:rPr lang="en-US" altLang="zh-CN" sz="2800">
                <a:solidFill>
                  <a:schemeClr val="accent1"/>
                </a:solidFill>
                <a:ea typeface="黑体" panose="02010609060101010101" charset="-122"/>
              </a:rPr>
              <a:t>if </a:t>
            </a:r>
            <a:r>
              <a:rPr lang="zh-CN" altLang="en-US" sz="2800">
                <a:solidFill>
                  <a:schemeClr val="accent1"/>
                </a:solidFill>
                <a:ea typeface="黑体" panose="02010609060101010101" charset="-122"/>
              </a:rPr>
              <a:t>块插入另一个 </a:t>
            </a:r>
            <a:r>
              <a:rPr lang="en-US" altLang="zh-CN" sz="2800">
                <a:solidFill>
                  <a:schemeClr val="accent1"/>
                </a:solidFill>
                <a:ea typeface="黑体" panose="02010609060101010101" charset="-122"/>
              </a:rPr>
              <a:t>if </a:t>
            </a:r>
            <a:r>
              <a:rPr lang="zh-CN" altLang="en-US" sz="2800">
                <a:solidFill>
                  <a:schemeClr val="accent1"/>
                </a:solidFill>
                <a:ea typeface="黑体" panose="02010609060101010101" charset="-122"/>
              </a:rPr>
              <a:t>块中</a:t>
            </a:r>
            <a:endParaRPr lang="zh-CN" altLang="en-US" sz="2800">
              <a:solidFill>
                <a:schemeClr val="accent1"/>
              </a:solidFill>
              <a:ea typeface="黑体" panose="02010609060101010101" charset="-122"/>
            </a:endParaRPr>
          </a:p>
        </p:txBody>
      </p:sp>
      <p:sp>
        <p:nvSpPr>
          <p:cNvPr id="15364" name="Rectangle 3"/>
          <p:cNvSpPr/>
          <p:nvPr>
            <p:ph type="title"/>
          </p:nvPr>
        </p:nvSpPr>
        <p:spPr>
          <a:xfrm>
            <a:off x="-135" y="239305"/>
            <a:ext cx="7714080" cy="1927800"/>
          </a:xfrm>
          <a:noFill/>
        </p:spPr>
        <p:txBody>
          <a:bodyPr/>
          <a:lstStyle/>
          <a:p>
            <a:pPr eaLnBrk="1" hangingPunct="1"/>
            <a:r>
              <a:rPr lang="en-US" altLang="zh-CN" sz="3600" smtClean="0">
                <a:solidFill>
                  <a:schemeClr val="accent1"/>
                </a:solidFill>
              </a:rPr>
              <a:t>   </a:t>
            </a:r>
            <a:r>
              <a:rPr lang="zh-CN" altLang="en-US" sz="3600" smtClean="0">
                <a:solidFill>
                  <a:schemeClr val="accent1"/>
                </a:solidFill>
              </a:rPr>
              <a:t>嵌套 </a:t>
            </a:r>
            <a:r>
              <a:rPr lang="en-US" altLang="zh-CN" sz="3600" smtClean="0">
                <a:solidFill>
                  <a:schemeClr val="accent1"/>
                </a:solidFill>
              </a:rPr>
              <a:t>if </a:t>
            </a:r>
            <a:r>
              <a:rPr lang="zh-CN" altLang="en-US" sz="3600" smtClean="0">
                <a:solidFill>
                  <a:schemeClr val="accent1"/>
                </a:solidFill>
              </a:rPr>
              <a:t>结构</a:t>
            </a:r>
            <a:endParaRPr lang="zh-CN" altLang="en-US" sz="3600" smtClean="0">
              <a:solidFill>
                <a:schemeClr val="accent1"/>
              </a:solidFill>
            </a:endParaRPr>
          </a:p>
        </p:txBody>
      </p:sp>
      <p:sp>
        <p:nvSpPr>
          <p:cNvPr id="132125" name="Text Box 29"/>
          <p:cNvSpPr txBox="1"/>
          <p:nvPr/>
        </p:nvSpPr>
        <p:spPr bwMode="auto">
          <a:xfrm>
            <a:off x="684213" y="2311400"/>
            <a:ext cx="7993062" cy="41541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accent1"/>
                </a:solidFill>
                <a:latin typeface="Courier New" panose="02070309020205020404"/>
              </a:rPr>
              <a:t>if (</a:t>
            </a:r>
            <a:r>
              <a:rPr lang="zh-CN" altLang="en-US" sz="2000">
                <a:solidFill>
                  <a:schemeClr val="accent1"/>
                </a:solidFill>
                <a:latin typeface="Courier New" panose="02070309020205020404"/>
                <a:ea typeface="黑体" panose="02010609060101010101" charset="-122"/>
              </a:rPr>
              <a:t>表达式</a:t>
            </a:r>
            <a:r>
              <a:rPr lang="en-US" altLang="zh-CN" sz="2000" b="1">
                <a:solidFill>
                  <a:schemeClr val="accent1"/>
                </a:solidFill>
                <a:latin typeface="Courier New" panose="02070309020205020404"/>
              </a:rPr>
              <a:t>1</a:t>
            </a:r>
            <a:r>
              <a:rPr lang="en-US" altLang="zh-CN" sz="2400" b="1">
                <a:solidFill>
                  <a:schemeClr val="accent1"/>
                </a:solidFill>
                <a:latin typeface="Courier New" panose="02070309020205020404"/>
              </a:rPr>
              <a:t>)</a:t>
            </a:r>
            <a:endParaRPr lang="en-US" altLang="zh-CN" sz="2400" b="1">
              <a:solidFill>
                <a:schemeClr val="accent1"/>
              </a:solidFill>
              <a:latin typeface="Courier New" panose="02070309020205020404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endParaRPr lang="en-US" altLang="zh-CN" sz="2400" b="1">
              <a:solidFill>
                <a:schemeClr val="accent1"/>
              </a:solidFill>
              <a:latin typeface="Courier New" panose="02070309020205020404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accent1"/>
                </a:solidFill>
                <a:latin typeface="Courier New" panose="02070309020205020404"/>
              </a:rPr>
              <a:t>	if (</a:t>
            </a:r>
            <a:r>
              <a:rPr lang="zh-CN" altLang="en-US" sz="2000">
                <a:solidFill>
                  <a:schemeClr val="accent1"/>
                </a:solidFill>
                <a:latin typeface="Courier New" panose="02070309020205020404"/>
                <a:ea typeface="黑体" panose="02010609060101010101" charset="-122"/>
              </a:rPr>
              <a:t>表达式</a:t>
            </a:r>
            <a:r>
              <a:rPr lang="en-US" altLang="zh-CN" sz="2000" b="1">
                <a:solidFill>
                  <a:schemeClr val="accent1"/>
                </a:solidFill>
                <a:latin typeface="Courier New" panose="02070309020205020404"/>
              </a:rPr>
              <a:t>2</a:t>
            </a:r>
            <a:r>
              <a:rPr lang="en-US" altLang="zh-CN" sz="2400" b="1">
                <a:solidFill>
                  <a:schemeClr val="accent1"/>
                </a:solidFill>
                <a:latin typeface="Courier New" panose="02070309020205020404"/>
              </a:rPr>
              <a:t>)</a:t>
            </a:r>
            <a:endParaRPr lang="en-US" altLang="zh-CN" sz="2400" b="1">
              <a:solidFill>
                <a:schemeClr val="accent1"/>
              </a:solidFill>
              <a:latin typeface="Courier New" panose="02070309020205020404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endParaRPr lang="en-US" altLang="zh-CN" sz="2400" b="1">
              <a:solidFill>
                <a:schemeClr val="accent1"/>
              </a:solidFill>
              <a:latin typeface="Courier New" panose="02070309020205020404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accent1"/>
                </a:solidFill>
                <a:latin typeface="Courier New" panose="02070309020205020404"/>
              </a:rPr>
              <a:t>		if (</a:t>
            </a:r>
            <a:r>
              <a:rPr lang="zh-CN" altLang="en-US" sz="2000">
                <a:solidFill>
                  <a:schemeClr val="accent1"/>
                </a:solidFill>
                <a:latin typeface="Courier New" panose="02070309020205020404"/>
                <a:ea typeface="黑体" panose="02010609060101010101" charset="-122"/>
              </a:rPr>
              <a:t>表达式</a:t>
            </a:r>
            <a:r>
              <a:rPr lang="en-US" altLang="zh-CN" sz="2000" b="1">
                <a:solidFill>
                  <a:schemeClr val="accent1"/>
                </a:solidFill>
                <a:latin typeface="Courier New" panose="02070309020205020404"/>
              </a:rPr>
              <a:t>3</a:t>
            </a:r>
            <a:r>
              <a:rPr lang="en-US" altLang="zh-CN" sz="2400" b="1">
                <a:solidFill>
                  <a:schemeClr val="accent1"/>
                </a:solidFill>
                <a:latin typeface="Courier New" panose="02070309020205020404"/>
              </a:rPr>
              <a:t>) </a:t>
            </a:r>
            <a:endParaRPr lang="en-US" altLang="zh-CN" sz="2400" b="1">
              <a:solidFill>
                <a:schemeClr val="accent1"/>
              </a:solidFill>
              <a:latin typeface="Courier New" panose="02070309020205020404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accent1"/>
                </a:solidFill>
                <a:latin typeface="Courier New" panose="02070309020205020404"/>
              </a:rPr>
              <a:t>		</a:t>
            </a:r>
            <a:endParaRPr lang="en-US" altLang="zh-CN" sz="2400" b="1">
              <a:solidFill>
                <a:schemeClr val="accent1"/>
              </a:solidFill>
              <a:latin typeface="Courier New" panose="02070309020205020404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accent1"/>
                </a:solidFill>
                <a:latin typeface="Courier New" panose="02070309020205020404"/>
              </a:rPr>
              <a:t>			</a:t>
            </a:r>
            <a:r>
              <a:rPr lang="zh-CN" altLang="en-US" sz="2000">
                <a:solidFill>
                  <a:schemeClr val="accent1"/>
                </a:solidFill>
                <a:latin typeface="Courier New" panose="02070309020205020404"/>
                <a:ea typeface="黑体" panose="02010609060101010101" charset="-122"/>
              </a:rPr>
              <a:t>语句</a:t>
            </a:r>
            <a:r>
              <a:rPr lang="en-US" altLang="zh-CN" sz="2400" b="1">
                <a:solidFill>
                  <a:schemeClr val="accent1"/>
                </a:solidFill>
                <a:latin typeface="Courier New" panose="02070309020205020404"/>
              </a:rPr>
              <a:t>;</a:t>
            </a:r>
            <a:endParaRPr lang="en-US" altLang="zh-CN" sz="2400" b="1">
              <a:solidFill>
                <a:schemeClr val="accent1"/>
              </a:solidFill>
              <a:latin typeface="Courier New" panose="02070309020205020404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endParaRPr lang="en-US" sz="2400" b="1">
              <a:solidFill>
                <a:schemeClr val="accent1"/>
              </a:solidFill>
              <a:latin typeface="Courier New" panose="02070309020205020404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accent1"/>
                </a:solidFill>
                <a:latin typeface="Courier New" panose="02070309020205020404"/>
              </a:rPr>
              <a:t>else</a:t>
            </a:r>
            <a:endParaRPr lang="en-US" altLang="zh-CN" sz="2400" b="1">
              <a:solidFill>
                <a:schemeClr val="accent1"/>
              </a:solidFill>
              <a:latin typeface="Courier New" panose="02070309020205020404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endParaRPr lang="en-US" sz="2400" b="1">
              <a:solidFill>
                <a:schemeClr val="accent1"/>
              </a:solidFill>
              <a:latin typeface="Courier New" panose="02070309020205020404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2400" b="1">
                <a:solidFill>
                  <a:schemeClr val="accent1"/>
                </a:solidFill>
                <a:latin typeface="Courier New" panose="02070309020205020404"/>
              </a:rPr>
              <a:t>	</a:t>
            </a:r>
            <a:r>
              <a:rPr lang="zh-CN" altLang="en-US" sz="2000">
                <a:solidFill>
                  <a:schemeClr val="accent1"/>
                </a:solidFill>
                <a:latin typeface="Courier New" panose="02070309020205020404"/>
                <a:ea typeface="黑体" panose="02010609060101010101" charset="-122"/>
              </a:rPr>
              <a:t>语句</a:t>
            </a:r>
            <a:r>
              <a:rPr lang="en-US" altLang="zh-CN" sz="2400" b="1">
                <a:solidFill>
                  <a:schemeClr val="accent1"/>
                </a:solidFill>
                <a:latin typeface="Courier New" panose="02070309020205020404"/>
              </a:rPr>
              <a:t>;  </a:t>
            </a:r>
            <a:endParaRPr lang="en-US" altLang="zh-CN" sz="2400" b="1">
              <a:solidFill>
                <a:schemeClr val="accent1"/>
              </a:solidFill>
              <a:latin typeface="Courier New" panose="02070309020205020404"/>
            </a:endParaRPr>
          </a:p>
        </p:txBody>
      </p:sp>
      <p:sp>
        <p:nvSpPr>
          <p:cNvPr id="132126" name="AutoShape 30"/>
          <p:cNvSpPr/>
          <p:nvPr/>
        </p:nvSpPr>
        <p:spPr bwMode="auto">
          <a:xfrm>
            <a:off x="4284663" y="2311400"/>
            <a:ext cx="503237" cy="504825"/>
          </a:xfrm>
          <a:prstGeom prst="roundRect">
            <a:avLst>
              <a:gd name="adj" fmla="val 16667"/>
            </a:avLst>
          </a:prstGeom>
          <a:solidFill>
            <a:srgbClr val="3CD26A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chemeClr val="accent1"/>
                </a:solidFill>
                <a:ea typeface="黑体" panose="02010609060101010101" charset="-122"/>
              </a:rPr>
              <a:t>真</a:t>
            </a:r>
            <a:endParaRPr lang="zh-CN" altLang="en-US" sz="2400">
              <a:solidFill>
                <a:schemeClr val="accent1"/>
              </a:solidFill>
              <a:ea typeface="黑体" panose="02010609060101010101" charset="-122"/>
            </a:endParaRPr>
          </a:p>
        </p:txBody>
      </p:sp>
      <p:sp>
        <p:nvSpPr>
          <p:cNvPr id="132127" name="AutoShape 31"/>
          <p:cNvSpPr/>
          <p:nvPr/>
        </p:nvSpPr>
        <p:spPr bwMode="auto">
          <a:xfrm>
            <a:off x="4284663" y="3030538"/>
            <a:ext cx="503237" cy="504825"/>
          </a:xfrm>
          <a:prstGeom prst="roundRect">
            <a:avLst>
              <a:gd name="adj" fmla="val 16667"/>
            </a:avLst>
          </a:prstGeom>
          <a:solidFill>
            <a:srgbClr val="3CD26A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chemeClr val="accent1"/>
                </a:solidFill>
                <a:ea typeface="黑体" panose="02010609060101010101" charset="-122"/>
              </a:rPr>
              <a:t>真</a:t>
            </a:r>
            <a:endParaRPr lang="zh-CN" altLang="en-US" sz="2400">
              <a:solidFill>
                <a:schemeClr val="accent1"/>
              </a:solidFill>
              <a:ea typeface="黑体" panose="02010609060101010101" charset="-122"/>
            </a:endParaRPr>
          </a:p>
        </p:txBody>
      </p:sp>
      <p:sp>
        <p:nvSpPr>
          <p:cNvPr id="132128" name="AutoShape 32"/>
          <p:cNvSpPr/>
          <p:nvPr/>
        </p:nvSpPr>
        <p:spPr bwMode="auto">
          <a:xfrm>
            <a:off x="5003800" y="3822700"/>
            <a:ext cx="504825" cy="504825"/>
          </a:xfrm>
          <a:prstGeom prst="roundRect">
            <a:avLst>
              <a:gd name="adj" fmla="val 16667"/>
            </a:avLst>
          </a:prstGeom>
          <a:solidFill>
            <a:srgbClr val="3CD26A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chemeClr val="accent1"/>
                </a:solidFill>
                <a:ea typeface="黑体" panose="02010609060101010101" charset="-122"/>
              </a:rPr>
              <a:t>真</a:t>
            </a:r>
            <a:endParaRPr lang="zh-CN" altLang="en-US" sz="2400">
              <a:solidFill>
                <a:schemeClr val="accent1"/>
              </a:solidFill>
              <a:ea typeface="黑体" panose="02010609060101010101" charset="-122"/>
            </a:endParaRPr>
          </a:p>
        </p:txBody>
      </p:sp>
      <p:sp>
        <p:nvSpPr>
          <p:cNvPr id="132130" name="Oval 34"/>
          <p:cNvSpPr/>
          <p:nvPr/>
        </p:nvSpPr>
        <p:spPr bwMode="auto">
          <a:xfrm>
            <a:off x="1331913" y="2166938"/>
            <a:ext cx="1584325" cy="74136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32131" name="Oval 35"/>
          <p:cNvSpPr/>
          <p:nvPr/>
        </p:nvSpPr>
        <p:spPr bwMode="auto">
          <a:xfrm>
            <a:off x="2227263" y="2979738"/>
            <a:ext cx="1552575" cy="74136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32132" name="Oval 36"/>
          <p:cNvSpPr/>
          <p:nvPr/>
        </p:nvSpPr>
        <p:spPr bwMode="auto">
          <a:xfrm>
            <a:off x="3162300" y="3719513"/>
            <a:ext cx="1554163" cy="74136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32133" name="AutoShape 37"/>
          <p:cNvSpPr/>
          <p:nvPr/>
        </p:nvSpPr>
        <p:spPr bwMode="auto">
          <a:xfrm>
            <a:off x="1042988" y="3175000"/>
            <a:ext cx="504825" cy="431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1724801127 h 21600"/>
              <a:gd name="T4" fmla="*/ 2147483647 w 21600"/>
              <a:gd name="T5" fmla="*/ 2147483647 h 21600"/>
              <a:gd name="T6" fmla="*/ 2147483647 w 21600"/>
              <a:gd name="T7" fmla="*/ 172480112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32134" name="AutoShape 38"/>
          <p:cNvSpPr/>
          <p:nvPr/>
        </p:nvSpPr>
        <p:spPr bwMode="auto">
          <a:xfrm>
            <a:off x="1906588" y="3905250"/>
            <a:ext cx="504825" cy="431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1724801127 h 21600"/>
              <a:gd name="T4" fmla="*/ 2147483647 w 21600"/>
              <a:gd name="T5" fmla="*/ 2147483647 h 21600"/>
              <a:gd name="T6" fmla="*/ 2147483647 w 21600"/>
              <a:gd name="T7" fmla="*/ 172480112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32136" name="AutoShape 40"/>
          <p:cNvSpPr/>
          <p:nvPr/>
        </p:nvSpPr>
        <p:spPr bwMode="auto">
          <a:xfrm>
            <a:off x="5076825" y="2238375"/>
            <a:ext cx="503238" cy="504825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chemeClr val="accent1"/>
                </a:solidFill>
                <a:ea typeface="黑体" panose="02010609060101010101" charset="-122"/>
              </a:rPr>
              <a:t>假</a:t>
            </a:r>
            <a:endParaRPr lang="zh-CN" altLang="en-US" sz="2400">
              <a:solidFill>
                <a:schemeClr val="accent1"/>
              </a:solidFill>
              <a:ea typeface="黑体" panose="02010609060101010101" charset="-122"/>
            </a:endParaRPr>
          </a:p>
        </p:txBody>
      </p:sp>
      <p:sp>
        <p:nvSpPr>
          <p:cNvPr id="132138" name="AutoShape 42"/>
          <p:cNvSpPr/>
          <p:nvPr/>
        </p:nvSpPr>
        <p:spPr bwMode="auto">
          <a:xfrm>
            <a:off x="271463" y="5335588"/>
            <a:ext cx="504825" cy="431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1724801127 h 21600"/>
              <a:gd name="T4" fmla="*/ 2147483647 w 21600"/>
              <a:gd name="T5" fmla="*/ 2147483647 h 21600"/>
              <a:gd name="T6" fmla="*/ 2147483647 w 21600"/>
              <a:gd name="T7" fmla="*/ 172480112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32139" name="Rectangle 43"/>
          <p:cNvSpPr/>
          <p:nvPr/>
        </p:nvSpPr>
        <p:spPr bwMode="auto">
          <a:xfrm>
            <a:off x="2987675" y="4470400"/>
            <a:ext cx="576263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GB" altLang="zh-CN" sz="4000" b="1">
                <a:solidFill>
                  <a:schemeClr val="accent1"/>
                </a:solidFill>
                <a:sym typeface="Wingdings" panose="05000000000000000000" pitchFamily="2" charset="2"/>
              </a:rPr>
              <a:t></a:t>
            </a:r>
            <a:endParaRPr lang="en-GB" altLang="zh-CN" sz="4000" b="1">
              <a:solidFill>
                <a:schemeClr val="accent1"/>
              </a:solidFill>
              <a:sym typeface="Wingdings" panose="05000000000000000000" pitchFamily="2" charset="2"/>
            </a:endParaRPr>
          </a:p>
        </p:txBody>
      </p:sp>
      <p:sp>
        <p:nvSpPr>
          <p:cNvPr id="132140" name="Rectangle 44"/>
          <p:cNvSpPr/>
          <p:nvPr/>
        </p:nvSpPr>
        <p:spPr bwMode="auto">
          <a:xfrm>
            <a:off x="1187450" y="5911850"/>
            <a:ext cx="576263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GB" altLang="zh-CN" sz="4000" b="1">
                <a:solidFill>
                  <a:schemeClr val="accent1"/>
                </a:solidFill>
                <a:sym typeface="Wingdings" panose="05000000000000000000" pitchFamily="2" charset="2"/>
              </a:rPr>
              <a:t></a:t>
            </a:r>
            <a:endParaRPr lang="en-GB" altLang="zh-CN" sz="4000" b="1">
              <a:solidFill>
                <a:schemeClr val="accent1"/>
              </a:solidFill>
              <a:sym typeface="Wingdings" panose="05000000000000000000" pitchFamily="2" charset="2"/>
            </a:endParaRPr>
          </a:p>
        </p:txBody>
      </p:sp>
      <p:sp>
        <p:nvSpPr>
          <p:cNvPr id="132141" name="AutoShape 45"/>
          <p:cNvSpPr/>
          <p:nvPr/>
        </p:nvSpPr>
        <p:spPr bwMode="auto">
          <a:xfrm>
            <a:off x="179388" y="2311400"/>
            <a:ext cx="504825" cy="431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1724801127 h 21600"/>
              <a:gd name="T4" fmla="*/ 2147483647 w 21600"/>
              <a:gd name="T5" fmla="*/ 2147483647 h 21600"/>
              <a:gd name="T6" fmla="*/ 2147483647 w 21600"/>
              <a:gd name="T7" fmla="*/ 172480112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2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2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2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2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2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2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2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21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2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500" fill="hold"/>
                                        <p:tgtEl>
                                          <p:spTgt spid="13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2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32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32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32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8" dur="500" fill="hold"/>
                                        <p:tgtEl>
                                          <p:spTgt spid="1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32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32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32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2" dur="500" fill="hold"/>
                                        <p:tgtEl>
                                          <p:spTgt spid="1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3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32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3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32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32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2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32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5" dur="500" fill="hold"/>
                                        <p:tgtEl>
                                          <p:spTgt spid="13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3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213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32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5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32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132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9" dur="500" fill="hold"/>
                                        <p:tgtEl>
                                          <p:spTgt spid="13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00"/>
                            </p:stCondLst>
                            <p:childTnLst>
                              <p:par>
                                <p:cTn id="14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32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50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32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26" grpId="0" bldLvl="0" animBg="1"/>
      <p:bldP spid="132127" grpId="0" bldLvl="0" animBg="1"/>
      <p:bldP spid="132128" grpId="0" bldLvl="0" animBg="1"/>
      <p:bldP spid="132128" grpId="1" bldLvl="0" animBg="1"/>
      <p:bldP spid="132130" grpId="0" bldLvl="0" animBg="1"/>
      <p:bldP spid="132130" grpId="1" bldLvl="0" animBg="1"/>
      <p:bldP spid="132130" grpId="2" bldLvl="0" animBg="1"/>
      <p:bldP spid="132130" grpId="3" bldLvl="0" animBg="1"/>
      <p:bldP spid="132131" grpId="0" bldLvl="0" animBg="1"/>
      <p:bldP spid="132131" grpId="1" bldLvl="0" animBg="1"/>
      <p:bldP spid="132132" grpId="0" bldLvl="0" animBg="1"/>
      <p:bldP spid="132132" grpId="1" bldLvl="0" animBg="1"/>
      <p:bldP spid="132133" grpId="0" bldLvl="0" animBg="1"/>
      <p:bldP spid="132133" grpId="1" bldLvl="0" animBg="1"/>
      <p:bldP spid="132133" grpId="2" bldLvl="0" animBg="1"/>
      <p:bldP spid="132134" grpId="0" bldLvl="0" animBg="1"/>
      <p:bldP spid="132134" grpId="1" bldLvl="0" animBg="1"/>
      <p:bldP spid="132134" grpId="2" bldLvl="0" animBg="1"/>
      <p:bldP spid="132136" grpId="0" bldLvl="0" animBg="1"/>
      <p:bldP spid="132136" grpId="1" bldLvl="0" animBg="1"/>
      <p:bldP spid="132138" grpId="0" bldLvl="0" animBg="1"/>
      <p:bldP spid="132138" grpId="1" bldLvl="0" animBg="1"/>
      <p:bldP spid="132138" grpId="2" bldLvl="0" animBg="1"/>
      <p:bldP spid="132139" grpId="0"/>
      <p:bldP spid="132139" grpId="1"/>
      <p:bldP spid="132140" grpId="0"/>
      <p:bldP spid="132141" grpId="0" bldLvl="0" animBg="1"/>
      <p:bldP spid="132141" grpId="1" bldLvl="0" animBg="1"/>
      <p:bldP spid="132141" grpId="2" bldLvl="0" animBg="1"/>
      <p:bldP spid="132141" grpId="3" bldLvl="0" animBg="1"/>
      <p:bldP spid="132141" grpId="4" bldLvl="0" animBg="1"/>
      <p:bldP spid="132141" grpId="5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/>
          <p:nvPr/>
        </p:nvSpPr>
        <p:spPr bwMode="auto">
          <a:xfrm>
            <a:off x="611188" y="1196975"/>
            <a:ext cx="7488237" cy="23764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GB" altLang="zh-CN" sz="2800" dirty="0">
                <a:solidFill>
                  <a:schemeClr val="accent1"/>
                </a:solidFill>
                <a:cs typeface="Courier New" panose="02070309020205020404"/>
              </a:rPr>
              <a:t>if (x &gt; 0)</a:t>
            </a:r>
            <a:endParaRPr lang="en-GB" altLang="zh-CN" sz="2800" dirty="0">
              <a:solidFill>
                <a:schemeClr val="accent1"/>
              </a:solidFill>
              <a:cs typeface="Courier New" panose="02070309020205020404"/>
            </a:endParaRPr>
          </a:p>
          <a:p>
            <a:r>
              <a:rPr lang="en-GB" altLang="zh-CN" sz="2800" dirty="0">
                <a:solidFill>
                  <a:schemeClr val="accent1"/>
                </a:solidFill>
                <a:cs typeface="Courier New" panose="02070309020205020404"/>
              </a:rPr>
              <a:t>    if (y &gt; 1) </a:t>
            </a:r>
            <a:endParaRPr lang="en-GB" altLang="zh-CN" sz="2800" dirty="0">
              <a:solidFill>
                <a:schemeClr val="accent1"/>
              </a:solidFill>
              <a:cs typeface="Courier New" panose="02070309020205020404"/>
            </a:endParaRPr>
          </a:p>
          <a:p>
            <a:r>
              <a:rPr lang="en-GB" altLang="zh-CN" sz="2800" dirty="0">
                <a:solidFill>
                  <a:schemeClr val="accent1"/>
                </a:solidFill>
                <a:cs typeface="Courier New" panose="02070309020205020404"/>
              </a:rPr>
              <a:t>        z = 1;</a:t>
            </a:r>
            <a:endParaRPr lang="en-GB" altLang="zh-CN" sz="2800" dirty="0">
              <a:solidFill>
                <a:schemeClr val="accent1"/>
              </a:solidFill>
              <a:cs typeface="Courier New" panose="02070309020205020404"/>
            </a:endParaRPr>
          </a:p>
          <a:p>
            <a:r>
              <a:rPr lang="en-GB" altLang="zh-CN" sz="2800" dirty="0">
                <a:solidFill>
                  <a:schemeClr val="accent1"/>
                </a:solidFill>
                <a:cs typeface="Courier New" panose="02070309020205020404"/>
              </a:rPr>
              <a:t>else /*</a:t>
            </a:r>
            <a:r>
              <a:rPr lang="zh-CN" altLang="en-GB" sz="2800" dirty="0">
                <a:solidFill>
                  <a:schemeClr val="accent1"/>
                </a:solidFill>
                <a:latin typeface="Courier New" panose="02070309020205020404"/>
                <a:ea typeface="黑体" panose="02010609060101010101" charset="-122"/>
                <a:cs typeface="Courier New" panose="02070309020205020404"/>
              </a:rPr>
              <a:t>这个</a:t>
            </a:r>
            <a:r>
              <a:rPr lang="zh-CN" altLang="en-GB" sz="2800" dirty="0">
                <a:solidFill>
                  <a:schemeClr val="accent1"/>
                </a:solidFill>
                <a:cs typeface="Courier New" panose="02070309020205020404"/>
              </a:rPr>
              <a:t> </a:t>
            </a:r>
            <a:r>
              <a:rPr lang="en-GB" altLang="zh-CN" sz="2800" dirty="0">
                <a:solidFill>
                  <a:schemeClr val="accent1"/>
                </a:solidFill>
                <a:cs typeface="Courier New" panose="02070309020205020404"/>
              </a:rPr>
              <a:t>else </a:t>
            </a:r>
            <a:r>
              <a:rPr lang="zh-CN" altLang="en-GB" sz="2800" dirty="0">
                <a:solidFill>
                  <a:schemeClr val="accent1"/>
                </a:solidFill>
                <a:latin typeface="Courier New" panose="02070309020205020404"/>
                <a:ea typeface="黑体" panose="02010609060101010101" charset="-122"/>
              </a:rPr>
              <a:t>部分属于哪个</a:t>
            </a:r>
            <a:r>
              <a:rPr lang="zh-CN" altLang="en-GB" sz="2800" dirty="0">
                <a:solidFill>
                  <a:schemeClr val="accent1"/>
                </a:solidFill>
                <a:cs typeface="Courier New" panose="02070309020205020404"/>
              </a:rPr>
              <a:t> </a:t>
            </a:r>
            <a:r>
              <a:rPr lang="en-GB" altLang="zh-CN" sz="2800" dirty="0">
                <a:solidFill>
                  <a:schemeClr val="accent1"/>
                </a:solidFill>
                <a:cs typeface="Courier New" panose="02070309020205020404"/>
              </a:rPr>
              <a:t>if</a:t>
            </a:r>
            <a:r>
              <a:rPr lang="zh-CN" altLang="en-GB" sz="2800" dirty="0">
                <a:solidFill>
                  <a:schemeClr val="accent1"/>
                </a:solidFill>
                <a:latin typeface="Courier New" panose="02070309020205020404"/>
                <a:cs typeface="Courier New" panose="02070309020205020404"/>
              </a:rPr>
              <a:t>？</a:t>
            </a:r>
            <a:r>
              <a:rPr lang="zh-CN" altLang="en-GB" sz="2800" dirty="0">
                <a:solidFill>
                  <a:schemeClr val="accent1"/>
                </a:solidFill>
                <a:cs typeface="Courier New" panose="02070309020205020404"/>
              </a:rPr>
              <a:t>*</a:t>
            </a:r>
            <a:r>
              <a:rPr lang="en-GB" altLang="zh-CN" sz="2800" dirty="0">
                <a:solidFill>
                  <a:schemeClr val="accent1"/>
                </a:solidFill>
                <a:cs typeface="Courier New" panose="02070309020205020404"/>
              </a:rPr>
              <a:t>/</a:t>
            </a:r>
            <a:endParaRPr lang="en-GB" altLang="zh-CN" sz="2800" dirty="0">
              <a:solidFill>
                <a:schemeClr val="accent1"/>
              </a:solidFill>
              <a:cs typeface="Courier New" panose="02070309020205020404"/>
            </a:endParaRPr>
          </a:p>
          <a:p>
            <a:r>
              <a:rPr lang="en-GB" altLang="zh-CN" sz="2800" dirty="0">
                <a:solidFill>
                  <a:schemeClr val="accent1"/>
                </a:solidFill>
                <a:cs typeface="Courier New" panose="02070309020205020404"/>
              </a:rPr>
              <a:t>    z = 2; </a:t>
            </a:r>
            <a:endParaRPr lang="en-GB" altLang="zh-CN" sz="2800" dirty="0">
              <a:solidFill>
                <a:schemeClr val="accent1"/>
              </a:solidFill>
              <a:cs typeface="Courier New" panose="02070309020205020404"/>
            </a:endParaRPr>
          </a:p>
        </p:txBody>
      </p:sp>
      <p:sp>
        <p:nvSpPr>
          <p:cNvPr id="171011" name="Rectangle 3"/>
          <p:cNvSpPr/>
          <p:nvPr/>
        </p:nvSpPr>
        <p:spPr bwMode="auto">
          <a:xfrm>
            <a:off x="0" y="2335213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6389" name="Rectangle 4"/>
          <p:cNvSpPr/>
          <p:nvPr>
            <p:ph type="title"/>
          </p:nvPr>
        </p:nvSpPr>
        <p:spPr>
          <a:xfrm>
            <a:off x="-135" y="-438240"/>
            <a:ext cx="7714080" cy="19278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chemeClr val="tx2"/>
                </a:solidFill>
              </a:rPr>
              <a:t>   </a:t>
            </a:r>
            <a:r>
              <a:rPr lang="zh-CN" altLang="en-US" smtClean="0">
                <a:solidFill>
                  <a:schemeClr val="tx2"/>
                </a:solidFill>
              </a:rPr>
              <a:t>嵌套 </a:t>
            </a:r>
            <a:r>
              <a:rPr lang="en-US" altLang="zh-CN" smtClean="0">
                <a:solidFill>
                  <a:schemeClr val="tx2"/>
                </a:solidFill>
              </a:rPr>
              <a:t>if </a:t>
            </a:r>
            <a:r>
              <a:rPr lang="zh-CN" altLang="en-US" smtClean="0">
                <a:solidFill>
                  <a:schemeClr val="tx2"/>
                </a:solidFill>
              </a:rPr>
              <a:t>结构</a:t>
            </a:r>
            <a:endParaRPr lang="zh-CN" altLang="en-US" smtClean="0">
              <a:solidFill>
                <a:schemeClr val="tx2"/>
              </a:solidFill>
            </a:endParaRPr>
          </a:p>
        </p:txBody>
      </p:sp>
      <p:sp>
        <p:nvSpPr>
          <p:cNvPr id="171029" name="Rectangle 21"/>
          <p:cNvSpPr/>
          <p:nvPr/>
        </p:nvSpPr>
        <p:spPr bwMode="auto">
          <a:xfrm>
            <a:off x="611188" y="3933825"/>
            <a:ext cx="7848600" cy="18148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每个 </a:t>
            </a:r>
            <a:r>
              <a:rPr lang="en-US" altLang="zh-CN" sz="2800">
                <a:solidFill>
                  <a:schemeClr val="accent1"/>
                </a:solidFill>
                <a:ea typeface="黑体" panose="02010609060101010101" charset="-122"/>
              </a:rPr>
              <a:t>else </a:t>
            </a:r>
            <a:r>
              <a:rPr lang="zh-CN" altLang="en-US" sz="28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部分总属于前面最近的那个缺少对应的 </a:t>
            </a:r>
            <a:r>
              <a:rPr lang="en-US" altLang="zh-CN" sz="2800">
                <a:solidFill>
                  <a:schemeClr val="accent1"/>
                </a:solidFill>
                <a:ea typeface="黑体" panose="02010609060101010101" charset="-122"/>
              </a:rPr>
              <a:t>else </a:t>
            </a:r>
            <a:r>
              <a:rPr lang="zh-CN" altLang="en-US" sz="28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部分的</a:t>
            </a:r>
            <a:r>
              <a:rPr lang="zh-CN" altLang="en-US" sz="2800">
                <a:solidFill>
                  <a:schemeClr val="accent1"/>
                </a:solidFill>
                <a:ea typeface="黑体" panose="02010609060101010101" charset="-122"/>
              </a:rPr>
              <a:t> </a:t>
            </a:r>
            <a:r>
              <a:rPr lang="en-US" altLang="zh-CN" sz="2800">
                <a:solidFill>
                  <a:schemeClr val="accent1"/>
                </a:solidFill>
                <a:ea typeface="黑体" panose="02010609060101010101" charset="-122"/>
              </a:rPr>
              <a:t>if </a:t>
            </a:r>
            <a:r>
              <a:rPr lang="zh-CN" altLang="en-US" sz="28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语句。</a:t>
            </a:r>
            <a:endParaRPr lang="zh-CN" altLang="en-US" sz="28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8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80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提倡使用大括号括起来以避免看起来有二义性。</a:t>
            </a:r>
            <a:endParaRPr lang="zh-CN" altLang="en-US" sz="280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1030" name="WordArt 22"/>
          <p:cNvSpPr/>
          <p:nvPr/>
        </p:nvSpPr>
        <p:spPr bwMode="auto">
          <a:xfrm>
            <a:off x="6516688" y="2349500"/>
            <a:ext cx="762000" cy="8651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i="1" kern="10">
                <a:ln w="9525">
                  <a:solidFill>
                    <a:srgbClr val="000000"/>
                  </a:solidFill>
                  <a:round/>
                </a:ln>
                <a:solidFill>
                  <a:schemeClr val="accent1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zh-CN" altLang="en-US" sz="3600" b="1" i="1" kern="10">
              <a:ln w="9525">
                <a:solidFill>
                  <a:srgbClr val="000000"/>
                </a:solidFill>
                <a:round/>
              </a:ln>
              <a:solidFill>
                <a:schemeClr val="accent1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29" grpId="0"/>
      <p:bldP spid="1710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936000"/>
            <a:ext cx="9142920" cy="5713920"/>
          </a:xfrm>
          <a:prstGeom prst="rect">
            <a:avLst/>
          </a:prstGeom>
          <a:ln w="9360">
            <a:noFill/>
          </a:ln>
        </p:spPr>
      </p:pic>
      <p:sp>
        <p:nvSpPr>
          <p:cNvPr id="94" name="CustomShape 1"/>
          <p:cNvSpPr/>
          <p:nvPr/>
        </p:nvSpPr>
        <p:spPr>
          <a:xfrm>
            <a:off x="714240" y="2000160"/>
            <a:ext cx="7714080" cy="1927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altLang="zh-CN" sz="7200" b="0" strike="noStrike" spc="-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Switch</a:t>
            </a:r>
            <a:r>
              <a:rPr lang="zh-CN" altLang="en-US" sz="7200" b="0" strike="noStrike" spc="-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语句</a:t>
            </a:r>
            <a:endParaRPr lang="zh-CN" altLang="en-US" sz="7200" b="0" strike="noStrike" spc="-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14240" y="4509000"/>
            <a:ext cx="7714080" cy="1419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endParaRPr lang="en-US" sz="3200" b="0" strike="noStrike" spc="-1" dirty="0">
              <a:latin typeface="Arial" panose="020B0604020202020204" pitchFamily="34" charset="0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5739480" y="895320"/>
            <a:ext cx="3312360" cy="8211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高级语言</a:t>
            </a:r>
            <a:r>
              <a:rPr lang="en-US" sz="2400" b="1" strike="noStrike" spc="-1">
                <a:solidFill>
                  <a:srgbClr val="FFFFFF"/>
                </a:solidFill>
                <a:latin typeface="Courier New" panose="02070309020205020404"/>
                <a:ea typeface="华文琥珀" panose="02010800040101010101" charset="-122"/>
              </a:rPr>
              <a:t>C++</a:t>
            </a: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程序设计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实验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7604280" y="6031080"/>
            <a:ext cx="1395000" cy="381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20000"/>
              </a:lnSpc>
            </a:pPr>
            <a:endParaRPr lang="en-US" sz="1600" b="0" strike="noStrike" spc="-1">
              <a:latin typeface="Arial" panose="020B0604020202020204" pitchFamily="34" charset="0"/>
            </a:endParaRPr>
          </a:p>
        </p:txBody>
      </p:sp>
      <p:pic>
        <p:nvPicPr>
          <p:cNvPr id="98" name="图片 12"/>
          <p:cNvPicPr/>
          <p:nvPr/>
        </p:nvPicPr>
        <p:blipFill>
          <a:blip r:embed="rId2"/>
          <a:stretch>
            <a:fillRect/>
          </a:stretch>
        </p:blipFill>
        <p:spPr>
          <a:xfrm>
            <a:off x="7598160" y="5666400"/>
            <a:ext cx="1462680" cy="363960"/>
          </a:xfrm>
          <a:prstGeom prst="rect">
            <a:avLst/>
          </a:prstGeom>
          <a:ln w="9360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/>
          <p:nvPr/>
        </p:nvSpPr>
        <p:spPr bwMode="auto">
          <a:xfrm>
            <a:off x="468313" y="981075"/>
            <a:ext cx="8135937" cy="52562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#include&lt;iostream.h&gt;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void main()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{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int a,b;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cout&lt;&lt;" </a:t>
            </a:r>
            <a:r>
              <a:rPr lang="zh-CN" altLang="en-GB" sz="2400">
                <a:solidFill>
                  <a:srgbClr val="000000"/>
                </a:solidFill>
                <a:ea typeface="黑体" panose="02010609060101010101" charset="-122"/>
                <a:cs typeface="Courier New" panose="02070309020205020404"/>
              </a:rPr>
              <a:t>请输入</a:t>
            </a:r>
            <a:r>
              <a:rPr lang="zh-CN" altLang="en-GB" sz="2400">
                <a:solidFill>
                  <a:srgbClr val="000000"/>
                </a:solidFill>
                <a:cs typeface="Courier New" panose="02070309020205020404"/>
              </a:rPr>
              <a:t> 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A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和</a:t>
            </a:r>
            <a:r>
              <a:rPr lang="zh-CN" altLang="en-GB" sz="2400">
                <a:solidFill>
                  <a:srgbClr val="000000"/>
                </a:solidFill>
                <a:cs typeface="Courier New" panose="02070309020205020404"/>
              </a:rPr>
              <a:t> 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B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的值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: 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cin&gt;&gt;a&gt;&gt;b;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if(a!=b) 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if(a&gt;b)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	cout&lt;&lt;"\n A&gt;B\n";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else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	cout&lt;&lt;"\n A&lt;B\n”;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else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cout&lt;&lt;"\n A=B\n";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}</a:t>
            </a:r>
            <a:r>
              <a:rPr lang="en-US" altLang="zh-CN" sz="2600">
                <a:solidFill>
                  <a:srgbClr val="000000"/>
                </a:solidFill>
                <a:cs typeface="Courier New" panose="02070309020205020404"/>
              </a:rPr>
              <a:t> </a:t>
            </a:r>
            <a:endParaRPr lang="en-US" altLang="zh-CN" sz="2600">
              <a:solidFill>
                <a:srgbClr val="000000"/>
              </a:solidFill>
              <a:cs typeface="Courier New" panose="02070309020205020404"/>
            </a:endParaRPr>
          </a:p>
        </p:txBody>
      </p:sp>
      <p:sp>
        <p:nvSpPr>
          <p:cNvPr id="168963" name="Rectangle 3"/>
          <p:cNvSpPr/>
          <p:nvPr/>
        </p:nvSpPr>
        <p:spPr bwMode="auto">
          <a:xfrm>
            <a:off x="0" y="2335213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6156325" y="1106488"/>
            <a:ext cx="2663825" cy="1890712"/>
            <a:chOff x="4320" y="894"/>
            <a:chExt cx="1296" cy="1362"/>
          </a:xfrm>
        </p:grpSpPr>
        <p:sp>
          <p:nvSpPr>
            <p:cNvPr id="17428" name="Rectangle 6"/>
            <p:cNvSpPr/>
            <p:nvPr/>
          </p:nvSpPr>
          <p:spPr bwMode="auto">
            <a:xfrm>
              <a:off x="4320" y="1056"/>
              <a:ext cx="1296" cy="1200"/>
            </a:xfrm>
            <a:prstGeom prst="rect">
              <a:avLst/>
            </a:prstGeom>
            <a:solidFill>
              <a:srgbClr val="FFFFE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9" name="Text Box 7"/>
            <p:cNvSpPr txBox="1"/>
            <p:nvPr/>
          </p:nvSpPr>
          <p:spPr bwMode="auto">
            <a:xfrm>
              <a:off x="4807" y="894"/>
              <a:ext cx="343" cy="29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Courier New" panose="02070309020205020404"/>
                  <a:ea typeface="黑体" panose="02010609060101010101" charset="-122"/>
                </a:rPr>
                <a:t>内存</a:t>
              </a:r>
              <a:endParaRPr lang="zh-CN" altLang="en-US" sz="2000" b="1">
                <a:solidFill>
                  <a:schemeClr val="bg1"/>
                </a:solidFill>
                <a:latin typeface="Courier New" panose="02070309020205020404"/>
                <a:ea typeface="黑体" panose="02010609060101010101" charset="-122"/>
              </a:endParaRPr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6519863" y="1524000"/>
            <a:ext cx="762000" cy="1143000"/>
            <a:chOff x="3936" y="960"/>
            <a:chExt cx="480" cy="720"/>
          </a:xfrm>
        </p:grpSpPr>
        <p:sp>
          <p:nvSpPr>
            <p:cNvPr id="17426" name="Oval 9"/>
            <p:cNvSpPr/>
            <p:nvPr/>
          </p:nvSpPr>
          <p:spPr bwMode="auto">
            <a:xfrm>
              <a:off x="3936" y="1200"/>
              <a:ext cx="480" cy="4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7" name="Text Box 10"/>
            <p:cNvSpPr txBox="1"/>
            <p:nvPr/>
          </p:nvSpPr>
          <p:spPr bwMode="auto">
            <a:xfrm>
              <a:off x="4060" y="960"/>
              <a:ext cx="231" cy="288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Courier New" panose="02070309020205020404"/>
                </a:rPr>
                <a:t>a</a:t>
              </a:r>
              <a:endParaRPr lang="en-US" altLang="zh-CN" sz="2400" b="1">
                <a:latin typeface="Courier New" panose="02070309020205020404"/>
              </a:endParaRPr>
            </a:p>
          </p:txBody>
        </p:sp>
      </p:grpSp>
      <p:grpSp>
        <p:nvGrpSpPr>
          <p:cNvPr id="4" name="Group 11"/>
          <p:cNvGrpSpPr/>
          <p:nvPr/>
        </p:nvGrpSpPr>
        <p:grpSpPr bwMode="auto">
          <a:xfrm>
            <a:off x="7815263" y="1524000"/>
            <a:ext cx="762000" cy="1143000"/>
            <a:chOff x="3936" y="960"/>
            <a:chExt cx="480" cy="720"/>
          </a:xfrm>
        </p:grpSpPr>
        <p:sp>
          <p:nvSpPr>
            <p:cNvPr id="17424" name="Oval 12"/>
            <p:cNvSpPr/>
            <p:nvPr/>
          </p:nvSpPr>
          <p:spPr bwMode="auto">
            <a:xfrm>
              <a:off x="3936" y="1200"/>
              <a:ext cx="480" cy="4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5" name="Text Box 13"/>
            <p:cNvSpPr txBox="1"/>
            <p:nvPr/>
          </p:nvSpPr>
          <p:spPr bwMode="auto">
            <a:xfrm>
              <a:off x="4060" y="960"/>
              <a:ext cx="231" cy="288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Courier New" panose="02070309020205020404"/>
                </a:rPr>
                <a:t>b</a:t>
              </a:r>
              <a:endParaRPr lang="en-US" altLang="zh-CN" sz="2400" b="1">
                <a:latin typeface="Courier New" panose="02070309020205020404"/>
              </a:endParaRPr>
            </a:p>
          </p:txBody>
        </p:sp>
      </p:grpSp>
      <p:sp>
        <p:nvSpPr>
          <p:cNvPr id="168978" name="AutoShape 18"/>
          <p:cNvSpPr/>
          <p:nvPr/>
        </p:nvSpPr>
        <p:spPr bwMode="auto">
          <a:xfrm flipH="1">
            <a:off x="3563938" y="3608388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68980" name="AutoShape 20"/>
          <p:cNvSpPr/>
          <p:nvPr/>
        </p:nvSpPr>
        <p:spPr bwMode="auto">
          <a:xfrm flipH="1">
            <a:off x="6011863" y="4689476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68981" name="Text Box 21"/>
          <p:cNvSpPr txBox="1"/>
          <p:nvPr/>
        </p:nvSpPr>
        <p:spPr bwMode="auto">
          <a:xfrm>
            <a:off x="6656706" y="2057400"/>
            <a:ext cx="548640" cy="46037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>
                <a:solidFill>
                  <a:schemeClr val="hlink"/>
                </a:solidFill>
                <a:latin typeface="Courier New" panose="02070309020205020404"/>
              </a:rPr>
              <a:t>68</a:t>
            </a:r>
            <a:endParaRPr lang="en-US" altLang="zh-CN" sz="2400" b="1">
              <a:solidFill>
                <a:schemeClr val="hlink"/>
              </a:solidFill>
              <a:latin typeface="Courier New" panose="02070309020205020404"/>
            </a:endParaRPr>
          </a:p>
        </p:txBody>
      </p:sp>
      <p:sp>
        <p:nvSpPr>
          <p:cNvPr id="168982" name="Rectangle 22"/>
          <p:cNvSpPr/>
          <p:nvPr/>
        </p:nvSpPr>
        <p:spPr bwMode="auto">
          <a:xfrm>
            <a:off x="7891781" y="2057400"/>
            <a:ext cx="548640" cy="46037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>
                <a:solidFill>
                  <a:schemeClr val="hlink"/>
                </a:solidFill>
                <a:latin typeface="Courier New" panose="02070309020205020404"/>
              </a:rPr>
              <a:t>93</a:t>
            </a:r>
            <a:endParaRPr lang="en-US" altLang="zh-CN" sz="2400" b="1">
              <a:solidFill>
                <a:schemeClr val="hlink"/>
              </a:solidFill>
              <a:latin typeface="Courier New" panose="02070309020205020404"/>
            </a:endParaRPr>
          </a:p>
        </p:txBody>
      </p:sp>
      <p:sp>
        <p:nvSpPr>
          <p:cNvPr id="168988" name="AutoShape 28"/>
          <p:cNvSpPr/>
          <p:nvPr/>
        </p:nvSpPr>
        <p:spPr bwMode="auto">
          <a:xfrm flipH="1">
            <a:off x="2843213" y="3240088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68989" name="Text Box 29"/>
          <p:cNvSpPr txBox="1"/>
          <p:nvPr/>
        </p:nvSpPr>
        <p:spPr bwMode="auto">
          <a:xfrm>
            <a:off x="6372225" y="5445125"/>
            <a:ext cx="2376488" cy="8604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bg1"/>
                </a:solidFill>
                <a:ea typeface="黑体" panose="02010609060101010101" charset="-122"/>
              </a:rPr>
              <a:t>输出：</a:t>
            </a:r>
            <a:endParaRPr lang="zh-CN" altLang="en-US" sz="2000">
              <a:solidFill>
                <a:schemeClr val="bg1"/>
              </a:solidFill>
              <a:ea typeface="黑体" panose="02010609060101010101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1"/>
                </a:solidFill>
                <a:ea typeface="黑体" panose="02010609060101010101" charset="-122"/>
              </a:rPr>
              <a:t>A&lt;B</a:t>
            </a:r>
            <a:endParaRPr lang="en-US" altLang="zh-CN" sz="2000">
              <a:solidFill>
                <a:schemeClr val="bg1"/>
              </a:solidFill>
              <a:ea typeface="黑体" panose="02010609060101010101" charset="-122"/>
            </a:endParaRPr>
          </a:p>
        </p:txBody>
      </p:sp>
      <p:sp>
        <p:nvSpPr>
          <p:cNvPr id="168990" name="AutoShape 30"/>
          <p:cNvSpPr/>
          <p:nvPr/>
        </p:nvSpPr>
        <p:spPr bwMode="auto">
          <a:xfrm flipH="1">
            <a:off x="900113" y="5842001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6389" name="Rectangle 4"/>
          <p:cNvSpPr/>
          <p:nvPr>
            <p:ph type="title"/>
          </p:nvPr>
        </p:nvSpPr>
        <p:spPr>
          <a:xfrm>
            <a:off x="-135" y="-438240"/>
            <a:ext cx="7714080" cy="1927800"/>
          </a:xfrm>
        </p:spPr>
        <p:txBody>
          <a:bodyPr/>
          <a:p>
            <a:pPr eaLnBrk="1" hangingPunct="1"/>
            <a:r>
              <a:rPr lang="en-US" altLang="zh-CN" smtClean="0">
                <a:solidFill>
                  <a:schemeClr val="tx2"/>
                </a:solidFill>
              </a:rPr>
              <a:t>         </a:t>
            </a:r>
            <a:r>
              <a:rPr lang="zh-CN" altLang="en-US" smtClean="0">
                <a:solidFill>
                  <a:schemeClr val="tx2"/>
                </a:solidFill>
              </a:rPr>
              <a:t>嵌套 </a:t>
            </a:r>
            <a:r>
              <a:rPr lang="en-US" altLang="zh-CN" smtClean="0">
                <a:solidFill>
                  <a:schemeClr val="tx2"/>
                </a:solidFill>
              </a:rPr>
              <a:t>if </a:t>
            </a:r>
            <a:r>
              <a:rPr lang="zh-CN" altLang="en-US" smtClean="0">
                <a:solidFill>
                  <a:schemeClr val="tx2"/>
                </a:solidFill>
              </a:rPr>
              <a:t>结构</a:t>
            </a:r>
            <a:endParaRPr lang="zh-CN" altLang="en-US" smtClean="0">
              <a:solidFill>
                <a:schemeClr val="tx2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7" dur="1000" fill="hold"/>
                                        <p:tgtEl>
                                          <p:spTgt spid="16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689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1689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5" dur="1000" fill="hold"/>
                                        <p:tgtEl>
                                          <p:spTgt spid="16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4" dur="1000" fill="hold"/>
                                        <p:tgtEl>
                                          <p:spTgt spid="16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78" grpId="0" bldLvl="0" animBg="1"/>
      <p:bldP spid="168978" grpId="1" bldLvl="0" animBg="1"/>
      <p:bldP spid="168978" grpId="2" bldLvl="0" animBg="1"/>
      <p:bldP spid="168980" grpId="0" bldLvl="0" animBg="1"/>
      <p:bldP spid="168980" grpId="1" bldLvl="0" animBg="1"/>
      <p:bldP spid="168981" grpId="0"/>
      <p:bldP spid="168982" grpId="0"/>
      <p:bldP spid="168988" grpId="0" bldLvl="0" animBg="1"/>
      <p:bldP spid="168988" grpId="1" bldLvl="0" animBg="1"/>
      <p:bldP spid="168988" grpId="2" bldLvl="0" animBg="1"/>
      <p:bldP spid="168989" grpId="0" bldLvl="0" animBg="1"/>
      <p:bldP spid="168990" grpId="0" bldLvl="0" animBg="1"/>
      <p:bldP spid="168990" grpId="1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9"/>
          <p:cNvSpPr/>
          <p:nvPr/>
        </p:nvSpPr>
        <p:spPr>
          <a:xfrm>
            <a:off x="8397720" y="6551640"/>
            <a:ext cx="74520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7" name="CustomShape 10"/>
          <p:cNvSpPr/>
          <p:nvPr/>
        </p:nvSpPr>
        <p:spPr>
          <a:xfrm>
            <a:off x="3720960" y="6551640"/>
            <a:ext cx="171396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Courier New" panose="02070309020205020404"/>
                <a:ea typeface="黑体" panose="02010609060101010101" charset="-122"/>
              </a:rPr>
              <a:t>高级语言C++程序设计</a:t>
            </a:r>
            <a:endParaRPr lang="en-US" sz="1200" b="0" strike="noStrike" spc="-1">
              <a:latin typeface="Arial" panose="020B0604020202020204" pitchFamily="34" charset="0"/>
            </a:endParaRPr>
          </a:p>
        </p:txBody>
      </p:sp>
      <p:sp>
        <p:nvSpPr>
          <p:cNvPr id="158" name="CustomShape 11"/>
          <p:cNvSpPr/>
          <p:nvPr/>
        </p:nvSpPr>
        <p:spPr>
          <a:xfrm>
            <a:off x="6500880" y="6551640"/>
            <a:ext cx="149904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9" name="CustomShape 12"/>
          <p:cNvSpPr/>
          <p:nvPr/>
        </p:nvSpPr>
        <p:spPr>
          <a:xfrm>
            <a:off x="4373280" y="324432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60" name="CustomShape 13"/>
          <p:cNvSpPr/>
          <p:nvPr/>
        </p:nvSpPr>
        <p:spPr>
          <a:xfrm>
            <a:off x="133560" y="1124640"/>
            <a:ext cx="6570360" cy="5028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8470" lvl="1" indent="0">
              <a:lnSpc>
                <a:spcPct val="100000"/>
              </a:lnSpc>
              <a:spcBef>
                <a:spcPts val="720"/>
              </a:spcBef>
              <a:buClr>
                <a:srgbClr val="820064"/>
              </a:buClr>
              <a:buFont typeface="Wingdings" panose="05000000000000000000" pitchFamily="2" charset="2"/>
              <a:buNone/>
            </a:pPr>
            <a:r>
              <a:rPr lang="en-US" sz="36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Switch-Case语句</a:t>
            </a:r>
            <a:endParaRPr lang="en-US" sz="36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 switch 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(&lt;表达式E&gt;)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{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</a:t>
            </a: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case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&lt;常量情况C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1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：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&lt;语句序列S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1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</a:t>
            </a: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case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&lt;常量情况C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2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：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&lt;语句序列S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2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 ……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</a:t>
            </a: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case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&lt;常量情况C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n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：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&lt;语句序列S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n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</a:t>
            </a: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default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：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&lt;语句序列S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n+1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 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}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2400" b="0" strike="noStrike" spc="-1">
              <a:latin typeface="Arial" panose="020B0604020202020204" pitchFamily="34" charset="0"/>
            </a:endParaRPr>
          </a:p>
          <a:p>
            <a:pPr marL="742950" lvl="1" indent="-28448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Font typeface="Wingdings" panose="05000000000000000000" pitchFamily="2" charset="2"/>
              <a:buChar char=""/>
            </a:pP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依次顺序判断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161" name="CustomShape 14"/>
          <p:cNvSpPr/>
          <p:nvPr/>
        </p:nvSpPr>
        <p:spPr>
          <a:xfrm>
            <a:off x="8028360" y="274716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62" name="CustomShape 15"/>
          <p:cNvSpPr/>
          <p:nvPr/>
        </p:nvSpPr>
        <p:spPr>
          <a:xfrm>
            <a:off x="7513560" y="5214600"/>
            <a:ext cx="664200" cy="31896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sz="16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n+1</a:t>
            </a:r>
            <a:endParaRPr lang="en-US" sz="1600" b="0" strike="noStrike" spc="-1">
              <a:latin typeface="Arial" panose="020B0604020202020204" pitchFamily="34" charset="0"/>
            </a:endParaRPr>
          </a:p>
        </p:txBody>
      </p:sp>
      <p:sp>
        <p:nvSpPr>
          <p:cNvPr id="163" name="CustomShape 16"/>
          <p:cNvSpPr/>
          <p:nvPr/>
        </p:nvSpPr>
        <p:spPr>
          <a:xfrm>
            <a:off x="7830000" y="4906080"/>
            <a:ext cx="15120" cy="307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" name="CustomShape 17"/>
          <p:cNvSpPr/>
          <p:nvPr/>
        </p:nvSpPr>
        <p:spPr>
          <a:xfrm>
            <a:off x="7807680" y="1713600"/>
            <a:ext cx="360" cy="496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5" name="CustomShape 18"/>
          <p:cNvSpPr/>
          <p:nvPr/>
        </p:nvSpPr>
        <p:spPr>
          <a:xfrm>
            <a:off x="6948360" y="3039840"/>
            <a:ext cx="5306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" name="CustomShape 19"/>
          <p:cNvSpPr/>
          <p:nvPr/>
        </p:nvSpPr>
        <p:spPr>
          <a:xfrm flipH="1">
            <a:off x="8186040" y="5454360"/>
            <a:ext cx="247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" name="Line 20"/>
          <p:cNvSpPr/>
          <p:nvPr/>
        </p:nvSpPr>
        <p:spPr>
          <a:xfrm>
            <a:off x="8435520" y="2350800"/>
            <a:ext cx="360" cy="310320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" name="Line 21"/>
          <p:cNvSpPr/>
          <p:nvPr/>
        </p:nvSpPr>
        <p:spPr>
          <a:xfrm>
            <a:off x="7939080" y="2362680"/>
            <a:ext cx="49644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" name="CustomShape 22"/>
          <p:cNvSpPr/>
          <p:nvPr/>
        </p:nvSpPr>
        <p:spPr>
          <a:xfrm>
            <a:off x="7497360" y="2210040"/>
            <a:ext cx="629640" cy="3589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70" name="CustomShape 23"/>
          <p:cNvSpPr/>
          <p:nvPr/>
        </p:nvSpPr>
        <p:spPr>
          <a:xfrm>
            <a:off x="7480080" y="2874600"/>
            <a:ext cx="664200" cy="31896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sz="16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sz="1600" b="0" strike="noStrike" spc="-1">
              <a:latin typeface="Arial" panose="020B0604020202020204" pitchFamily="34" charset="0"/>
            </a:endParaRPr>
          </a:p>
        </p:txBody>
      </p:sp>
      <p:sp>
        <p:nvSpPr>
          <p:cNvPr id="171" name="CustomShape 24"/>
          <p:cNvSpPr/>
          <p:nvPr/>
        </p:nvSpPr>
        <p:spPr>
          <a:xfrm flipH="1">
            <a:off x="7810560" y="2570040"/>
            <a:ext cx="360" cy="303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2" name="CustomShape 25"/>
          <p:cNvSpPr/>
          <p:nvPr/>
        </p:nvSpPr>
        <p:spPr>
          <a:xfrm>
            <a:off x="7480080" y="3490560"/>
            <a:ext cx="664200" cy="31896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sz="16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sz="1600" b="0" strike="noStrike" spc="-1">
              <a:latin typeface="Arial" panose="020B0604020202020204" pitchFamily="34" charset="0"/>
            </a:endParaRPr>
          </a:p>
        </p:txBody>
      </p:sp>
      <p:sp>
        <p:nvSpPr>
          <p:cNvPr id="173" name="CustomShape 26"/>
          <p:cNvSpPr/>
          <p:nvPr/>
        </p:nvSpPr>
        <p:spPr>
          <a:xfrm>
            <a:off x="7812720" y="3194640"/>
            <a:ext cx="360" cy="294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4" name="CustomShape 27"/>
          <p:cNvSpPr/>
          <p:nvPr/>
        </p:nvSpPr>
        <p:spPr>
          <a:xfrm>
            <a:off x="7823520" y="3810960"/>
            <a:ext cx="360" cy="294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5" name="CustomShape 28"/>
          <p:cNvSpPr/>
          <p:nvPr/>
        </p:nvSpPr>
        <p:spPr>
          <a:xfrm>
            <a:off x="7052040" y="3958920"/>
            <a:ext cx="1258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82006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76" name="CustomShape 29"/>
          <p:cNvSpPr/>
          <p:nvPr/>
        </p:nvSpPr>
        <p:spPr>
          <a:xfrm>
            <a:off x="7825680" y="4290120"/>
            <a:ext cx="360" cy="294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CustomShape 30"/>
          <p:cNvSpPr/>
          <p:nvPr/>
        </p:nvSpPr>
        <p:spPr>
          <a:xfrm>
            <a:off x="7497360" y="4586040"/>
            <a:ext cx="664200" cy="31896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sz="16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en-US" sz="1600" b="0" strike="noStrike" spc="-1">
              <a:latin typeface="Arial" panose="020B0604020202020204" pitchFamily="34" charset="0"/>
            </a:endParaRPr>
          </a:p>
        </p:txBody>
      </p:sp>
      <p:sp>
        <p:nvSpPr>
          <p:cNvPr id="178" name="CustomShape 31"/>
          <p:cNvSpPr/>
          <p:nvPr/>
        </p:nvSpPr>
        <p:spPr>
          <a:xfrm>
            <a:off x="6948360" y="3650760"/>
            <a:ext cx="5479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9" name="CustomShape 32"/>
          <p:cNvSpPr/>
          <p:nvPr/>
        </p:nvSpPr>
        <p:spPr>
          <a:xfrm>
            <a:off x="6948360" y="4758840"/>
            <a:ext cx="5684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" name="Line 33"/>
          <p:cNvSpPr/>
          <p:nvPr/>
        </p:nvSpPr>
        <p:spPr>
          <a:xfrm>
            <a:off x="6919200" y="2383560"/>
            <a:ext cx="28800" cy="236232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1" name="Line 34"/>
          <p:cNvSpPr/>
          <p:nvPr/>
        </p:nvSpPr>
        <p:spPr>
          <a:xfrm>
            <a:off x="6905160" y="2390040"/>
            <a:ext cx="59184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CustomShape 35"/>
          <p:cNvSpPr/>
          <p:nvPr/>
        </p:nvSpPr>
        <p:spPr>
          <a:xfrm>
            <a:off x="6952680" y="2566080"/>
            <a:ext cx="41796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sz="18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83" name="CustomShape 36"/>
          <p:cNvSpPr/>
          <p:nvPr/>
        </p:nvSpPr>
        <p:spPr>
          <a:xfrm>
            <a:off x="6957000" y="3177720"/>
            <a:ext cx="41796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sz="18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84" name="CustomShape 37"/>
          <p:cNvSpPr/>
          <p:nvPr/>
        </p:nvSpPr>
        <p:spPr>
          <a:xfrm>
            <a:off x="6958080" y="4294440"/>
            <a:ext cx="4255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sz="18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ustomShape 9"/>
          <p:cNvSpPr/>
          <p:nvPr/>
        </p:nvSpPr>
        <p:spPr>
          <a:xfrm>
            <a:off x="8397720" y="6551640"/>
            <a:ext cx="74520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4" name="CustomShape 10"/>
          <p:cNvSpPr/>
          <p:nvPr/>
        </p:nvSpPr>
        <p:spPr>
          <a:xfrm>
            <a:off x="3720960" y="6551640"/>
            <a:ext cx="171396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Courier New" panose="02070309020205020404"/>
                <a:ea typeface="黑体" panose="02010609060101010101" charset="-122"/>
              </a:rPr>
              <a:t>高级语言C++程序设计</a:t>
            </a:r>
            <a:endParaRPr lang="en-US" sz="1200" b="0" strike="noStrike" spc="-1">
              <a:latin typeface="Arial" panose="020B0604020202020204" pitchFamily="34" charset="0"/>
            </a:endParaRPr>
          </a:p>
        </p:txBody>
      </p:sp>
      <p:sp>
        <p:nvSpPr>
          <p:cNvPr id="195" name="CustomShape 11"/>
          <p:cNvSpPr/>
          <p:nvPr/>
        </p:nvSpPr>
        <p:spPr>
          <a:xfrm>
            <a:off x="6500880" y="6551640"/>
            <a:ext cx="149904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CustomShape 12"/>
          <p:cNvSpPr/>
          <p:nvPr/>
        </p:nvSpPr>
        <p:spPr>
          <a:xfrm>
            <a:off x="4373280" y="324432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97" name="CustomShape 13"/>
          <p:cNvSpPr/>
          <p:nvPr/>
        </p:nvSpPr>
        <p:spPr>
          <a:xfrm>
            <a:off x="133560" y="1124640"/>
            <a:ext cx="6570360" cy="5028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8470" lvl="1" indent="0">
              <a:lnSpc>
                <a:spcPct val="100000"/>
              </a:lnSpc>
              <a:spcBef>
                <a:spcPts val="720"/>
              </a:spcBef>
              <a:buClr>
                <a:srgbClr val="820064"/>
              </a:buClr>
              <a:buFont typeface="Wingdings" panose="05000000000000000000" pitchFamily="2" charset="2"/>
              <a:buNone/>
            </a:pPr>
            <a:r>
              <a:rPr lang="en-US" sz="3600" b="1" strike="noStrike" spc="-1" dirty="0" err="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break的用法</a:t>
            </a:r>
            <a:endParaRPr lang="en-US" sz="36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 switch 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(&lt;</a:t>
            </a:r>
            <a:r>
              <a:rPr lang="en-US" sz="2400" b="1" strike="noStrike" spc="-1" dirty="0" err="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表达式E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&gt;)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2400" b="1" strike="noStrike" spc="-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{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</a:t>
            </a:r>
            <a:r>
              <a:rPr 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case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&lt;常量情况C</a:t>
            </a:r>
            <a:r>
              <a:rPr lang="en-US" sz="2400" b="1" strike="noStrike" spc="-1" baseline="-25000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1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r>
              <a:rPr 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：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&lt;语句序列S</a:t>
            </a:r>
            <a:r>
              <a:rPr lang="en-US" sz="2400" b="1" strike="noStrike" spc="-1" baseline="-25000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1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   </a:t>
            </a:r>
            <a:r>
              <a:rPr 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break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；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</a:t>
            </a:r>
            <a:r>
              <a:rPr 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case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&lt;常量情况C</a:t>
            </a:r>
            <a:r>
              <a:rPr lang="en-US" sz="2400" b="1" strike="noStrike" spc="-1" baseline="-25000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2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r>
              <a:rPr 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：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&lt;语句序列S</a:t>
            </a:r>
            <a:r>
              <a:rPr lang="en-US" sz="2400" b="1" strike="noStrike" spc="-1" baseline="-25000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2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   </a:t>
            </a:r>
            <a:r>
              <a:rPr 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break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； 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……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}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742950" lvl="1" indent="-28448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Font typeface="Wingdings" panose="05000000000000000000" pitchFamily="2" charset="2"/>
              <a:buChar char=""/>
            </a:pPr>
            <a:r>
              <a:rPr lang="en-US" sz="2400" b="1" strike="noStrike" spc="-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符合情况就终止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2400" b="0" strike="noStrike" spc="-1" dirty="0">
              <a:latin typeface="Arial" panose="020B0604020202020204" pitchFamily="34" charset="0"/>
            </a:endParaRPr>
          </a:p>
        </p:txBody>
      </p:sp>
      <p:sp>
        <p:nvSpPr>
          <p:cNvPr id="198" name="CustomShape 14"/>
          <p:cNvSpPr/>
          <p:nvPr/>
        </p:nvSpPr>
        <p:spPr>
          <a:xfrm>
            <a:off x="8028360" y="274716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199" name="CustomShape 15"/>
          <p:cNvSpPr/>
          <p:nvPr/>
        </p:nvSpPr>
        <p:spPr>
          <a:xfrm>
            <a:off x="7513560" y="5214600"/>
            <a:ext cx="664200" cy="31896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sz="16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n+1</a:t>
            </a:r>
            <a:endParaRPr lang="en-US" sz="1600" b="0" strike="noStrike" spc="-1">
              <a:latin typeface="Arial" panose="020B0604020202020204" pitchFamily="34" charset="0"/>
            </a:endParaRPr>
          </a:p>
        </p:txBody>
      </p:sp>
      <p:sp>
        <p:nvSpPr>
          <p:cNvPr id="200" name="CustomShape 16"/>
          <p:cNvSpPr/>
          <p:nvPr/>
        </p:nvSpPr>
        <p:spPr>
          <a:xfrm>
            <a:off x="7830000" y="4906080"/>
            <a:ext cx="15120" cy="307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" name="CustomShape 17"/>
          <p:cNvSpPr/>
          <p:nvPr/>
        </p:nvSpPr>
        <p:spPr>
          <a:xfrm>
            <a:off x="7807680" y="1713600"/>
            <a:ext cx="360" cy="496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" name="CustomShape 18"/>
          <p:cNvSpPr/>
          <p:nvPr/>
        </p:nvSpPr>
        <p:spPr>
          <a:xfrm>
            <a:off x="6948360" y="3039840"/>
            <a:ext cx="5306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" name="CustomShape 19"/>
          <p:cNvSpPr/>
          <p:nvPr/>
        </p:nvSpPr>
        <p:spPr>
          <a:xfrm flipH="1">
            <a:off x="8186040" y="5454360"/>
            <a:ext cx="247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" name="Line 20"/>
          <p:cNvSpPr/>
          <p:nvPr/>
        </p:nvSpPr>
        <p:spPr>
          <a:xfrm>
            <a:off x="8435520" y="2350800"/>
            <a:ext cx="360" cy="310320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" name="Line 21"/>
          <p:cNvSpPr/>
          <p:nvPr/>
        </p:nvSpPr>
        <p:spPr>
          <a:xfrm>
            <a:off x="7939080" y="2362680"/>
            <a:ext cx="49644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" name="CustomShape 22"/>
          <p:cNvSpPr/>
          <p:nvPr/>
        </p:nvSpPr>
        <p:spPr>
          <a:xfrm>
            <a:off x="7497360" y="2210040"/>
            <a:ext cx="629640" cy="3589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sz="1800" b="0" strike="noStrike" spc="-1" dirty="0">
              <a:latin typeface="Arial" panose="020B0604020202020204" pitchFamily="34" charset="0"/>
            </a:endParaRPr>
          </a:p>
        </p:txBody>
      </p:sp>
      <p:sp>
        <p:nvSpPr>
          <p:cNvPr id="207" name="CustomShape 23"/>
          <p:cNvSpPr/>
          <p:nvPr/>
        </p:nvSpPr>
        <p:spPr>
          <a:xfrm>
            <a:off x="7480080" y="2874600"/>
            <a:ext cx="664200" cy="31896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sz="16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sz="1600" b="0" strike="noStrike" spc="-1">
              <a:latin typeface="Arial" panose="020B0604020202020204" pitchFamily="34" charset="0"/>
            </a:endParaRPr>
          </a:p>
        </p:txBody>
      </p:sp>
      <p:sp>
        <p:nvSpPr>
          <p:cNvPr id="208" name="CustomShape 24"/>
          <p:cNvSpPr/>
          <p:nvPr/>
        </p:nvSpPr>
        <p:spPr>
          <a:xfrm flipH="1">
            <a:off x="7810560" y="2570040"/>
            <a:ext cx="360" cy="303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" name="CustomShape 25"/>
          <p:cNvSpPr/>
          <p:nvPr/>
        </p:nvSpPr>
        <p:spPr>
          <a:xfrm>
            <a:off x="7480080" y="3490560"/>
            <a:ext cx="664200" cy="31896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sz="16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sz="1600" b="0" strike="noStrike" spc="-1">
              <a:latin typeface="Arial" panose="020B0604020202020204" pitchFamily="34" charset="0"/>
            </a:endParaRPr>
          </a:p>
        </p:txBody>
      </p:sp>
      <p:sp>
        <p:nvSpPr>
          <p:cNvPr id="210" name="CustomShape 26"/>
          <p:cNvSpPr/>
          <p:nvPr/>
        </p:nvSpPr>
        <p:spPr>
          <a:xfrm>
            <a:off x="8145360" y="3034800"/>
            <a:ext cx="289440" cy="16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" name="CustomShape 27"/>
          <p:cNvSpPr/>
          <p:nvPr/>
        </p:nvSpPr>
        <p:spPr>
          <a:xfrm>
            <a:off x="7052040" y="3958920"/>
            <a:ext cx="1258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82006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12" name="CustomShape 28"/>
          <p:cNvSpPr/>
          <p:nvPr/>
        </p:nvSpPr>
        <p:spPr>
          <a:xfrm>
            <a:off x="7497360" y="4586040"/>
            <a:ext cx="664200" cy="31896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sz="16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en-US" sz="1600" b="0" strike="noStrike" spc="-1">
              <a:latin typeface="Arial" panose="020B0604020202020204" pitchFamily="34" charset="0"/>
            </a:endParaRPr>
          </a:p>
        </p:txBody>
      </p:sp>
      <p:sp>
        <p:nvSpPr>
          <p:cNvPr id="213" name="CustomShape 29"/>
          <p:cNvSpPr/>
          <p:nvPr/>
        </p:nvSpPr>
        <p:spPr>
          <a:xfrm>
            <a:off x="6948360" y="3650760"/>
            <a:ext cx="5479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" name="CustomShape 30"/>
          <p:cNvSpPr/>
          <p:nvPr/>
        </p:nvSpPr>
        <p:spPr>
          <a:xfrm>
            <a:off x="6948360" y="4758840"/>
            <a:ext cx="5684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5" name="Line 31"/>
          <p:cNvSpPr/>
          <p:nvPr/>
        </p:nvSpPr>
        <p:spPr>
          <a:xfrm>
            <a:off x="6919200" y="2383560"/>
            <a:ext cx="28800" cy="236232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6" name="Line 32"/>
          <p:cNvSpPr/>
          <p:nvPr/>
        </p:nvSpPr>
        <p:spPr>
          <a:xfrm>
            <a:off x="6905160" y="2390040"/>
            <a:ext cx="59184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7" name="CustomShape 33"/>
          <p:cNvSpPr/>
          <p:nvPr/>
        </p:nvSpPr>
        <p:spPr>
          <a:xfrm>
            <a:off x="6952680" y="2566080"/>
            <a:ext cx="41796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sz="18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18" name="CustomShape 34"/>
          <p:cNvSpPr/>
          <p:nvPr/>
        </p:nvSpPr>
        <p:spPr>
          <a:xfrm>
            <a:off x="6957000" y="3177720"/>
            <a:ext cx="41796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sz="1800" b="1" strike="noStrike" spc="-1" baseline="-25000" dirty="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sz="1800" b="0" strike="noStrike" spc="-1" dirty="0">
              <a:latin typeface="Arial" panose="020B0604020202020204" pitchFamily="34" charset="0"/>
            </a:endParaRPr>
          </a:p>
        </p:txBody>
      </p:sp>
      <p:sp>
        <p:nvSpPr>
          <p:cNvPr id="219" name="CustomShape 35"/>
          <p:cNvSpPr/>
          <p:nvPr/>
        </p:nvSpPr>
        <p:spPr>
          <a:xfrm>
            <a:off x="6958080" y="4294440"/>
            <a:ext cx="4255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sz="1800" b="1" strike="noStrike" spc="-1" baseline="-25000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20" name="CustomShape 36"/>
          <p:cNvSpPr/>
          <p:nvPr/>
        </p:nvSpPr>
        <p:spPr>
          <a:xfrm>
            <a:off x="8145360" y="3655440"/>
            <a:ext cx="289440" cy="16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/>
          <p:nvPr/>
        </p:nvSpPr>
        <p:spPr bwMode="auto">
          <a:xfrm>
            <a:off x="611188" y="1052513"/>
            <a:ext cx="8532812" cy="19446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Char char="q"/>
            </a:pPr>
            <a:r>
              <a:rPr lang="en-US" altLang="zh-CN" sz="2800">
                <a:ea typeface="黑体" panose="02010609060101010101" charset="-122"/>
              </a:rPr>
              <a:t>switch-case </a:t>
            </a:r>
            <a:r>
              <a:rPr lang="zh-CN" altLang="en-US" sz="2800">
                <a:ea typeface="黑体" panose="02010609060101010101" charset="-122"/>
              </a:rPr>
              <a:t>语句是多路判断语句</a:t>
            </a:r>
            <a:endParaRPr lang="zh-CN" altLang="en-US" sz="2800">
              <a:ea typeface="黑体" panose="02010609060101010101" charset="-122"/>
            </a:endParaRPr>
          </a:p>
          <a:p>
            <a:pPr marL="342900" indent="-342900"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Char char="q"/>
            </a:pPr>
            <a:r>
              <a:rPr lang="en-US" altLang="zh-CN" sz="2800">
                <a:ea typeface="黑体" panose="02010609060101010101" charset="-122"/>
              </a:rPr>
              <a:t>switch </a:t>
            </a:r>
            <a:r>
              <a:rPr lang="zh-CN" altLang="en-US" sz="2800">
                <a:ea typeface="黑体" panose="02010609060101010101" charset="-122"/>
              </a:rPr>
              <a:t>语句计算条件表达式并对照多个常数值进行检查</a:t>
            </a:r>
            <a:endParaRPr lang="en-GB" altLang="zh-CN" sz="2800">
              <a:ea typeface="黑体" panose="02010609060101010101" charset="-122"/>
            </a:endParaRPr>
          </a:p>
        </p:txBody>
      </p:sp>
      <p:sp>
        <p:nvSpPr>
          <p:cNvPr id="19460" name="Rectangle 3"/>
          <p:cNvSpPr/>
          <p:nvPr>
            <p:ph type="title"/>
          </p:nvPr>
        </p:nvSpPr>
        <p:spPr>
          <a:xfrm>
            <a:off x="-135" y="-501740"/>
            <a:ext cx="7714080" cy="1927800"/>
          </a:xfrm>
          <a:noFill/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chemeClr val="tx2"/>
                </a:solidFill>
              </a:rPr>
              <a:t>          switch </a:t>
            </a:r>
            <a:r>
              <a:rPr lang="zh-CN" altLang="en-US" smtClean="0">
                <a:solidFill>
                  <a:schemeClr val="tx2"/>
                </a:solidFill>
              </a:rPr>
              <a:t>结构</a:t>
            </a:r>
            <a:endParaRPr lang="zh-CN" altLang="en-US" smtClean="0">
              <a:solidFill>
                <a:schemeClr val="tx2"/>
              </a:solidFill>
            </a:endParaRPr>
          </a:p>
        </p:txBody>
      </p:sp>
      <p:sp>
        <p:nvSpPr>
          <p:cNvPr id="144388" name="Text Box 4"/>
          <p:cNvSpPr txBox="1"/>
          <p:nvPr/>
        </p:nvSpPr>
        <p:spPr bwMode="auto">
          <a:xfrm>
            <a:off x="755333" y="1071563"/>
            <a:ext cx="7993062" cy="4892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defTabSz="0">
              <a:tabLst>
                <a:tab pos="467995" algn="l"/>
                <a:tab pos="1382395" algn="l"/>
              </a:tabLst>
            </a:pPr>
            <a:r>
              <a:rPr lang="en-GB" altLang="zh-CN" sz="2400" b="1"/>
              <a:t>switch (</a:t>
            </a:r>
            <a:r>
              <a:rPr lang="zh-CN" altLang="en-GB" sz="2400">
                <a:ea typeface="黑体" panose="02010609060101010101" charset="-122"/>
              </a:rPr>
              <a:t>表达式</a:t>
            </a:r>
            <a:r>
              <a:rPr lang="en-GB" altLang="zh-CN" sz="2400" b="1"/>
              <a:t>)</a:t>
            </a:r>
            <a:endParaRPr lang="en-GB" altLang="zh-CN" sz="2400" b="1"/>
          </a:p>
          <a:p>
            <a:pPr defTabSz="0">
              <a:tabLst>
                <a:tab pos="467995" algn="l"/>
                <a:tab pos="1382395" algn="l"/>
              </a:tabLst>
            </a:pPr>
            <a:r>
              <a:rPr lang="en-GB" altLang="zh-CN" sz="2400" b="1"/>
              <a:t>{</a:t>
            </a:r>
            <a:endParaRPr lang="en-GB" altLang="zh-CN" sz="2400" b="1"/>
          </a:p>
          <a:p>
            <a:pPr defTabSz="0">
              <a:tabLst>
                <a:tab pos="467995" algn="l"/>
                <a:tab pos="1382395" algn="l"/>
              </a:tabLst>
            </a:pPr>
            <a:r>
              <a:rPr lang="en-GB" sz="2400" b="1"/>
              <a:t>      </a:t>
            </a:r>
            <a:r>
              <a:rPr lang="en-GB" altLang="zh-CN" sz="2400" b="1"/>
              <a:t>case </a:t>
            </a:r>
            <a:r>
              <a:rPr lang="zh-CN" altLang="en-GB" sz="2400">
                <a:ea typeface="黑体" panose="02010609060101010101" charset="-122"/>
              </a:rPr>
              <a:t>常量 </a:t>
            </a:r>
            <a:r>
              <a:rPr lang="en-GB" altLang="zh-CN" sz="2400" b="1"/>
              <a:t>1:</a:t>
            </a:r>
            <a:endParaRPr lang="en-GB" altLang="zh-CN" sz="2400" b="1"/>
          </a:p>
          <a:p>
            <a:pPr defTabSz="0">
              <a:tabLst>
                <a:tab pos="467995" algn="l"/>
                <a:tab pos="1382395" algn="l"/>
              </a:tabLst>
            </a:pPr>
            <a:r>
              <a:rPr lang="en-GB" sz="2400" b="1"/>
              <a:t>		</a:t>
            </a:r>
            <a:r>
              <a:rPr lang="zh-CN" altLang="en-GB" sz="2400">
                <a:ea typeface="黑体" panose="02010609060101010101" charset="-122"/>
              </a:rPr>
              <a:t>语句</a:t>
            </a:r>
            <a:r>
              <a:rPr lang="en-GB" altLang="zh-CN" sz="2400" b="1"/>
              <a:t>;</a:t>
            </a:r>
            <a:endParaRPr lang="en-GB" altLang="zh-CN" sz="2400" b="1"/>
          </a:p>
          <a:p>
            <a:pPr defTabSz="0">
              <a:tabLst>
                <a:tab pos="467995" algn="l"/>
                <a:tab pos="1382395" algn="l"/>
              </a:tabLst>
            </a:pPr>
            <a:r>
              <a:rPr lang="en-GB" sz="2400" b="1"/>
              <a:t>		</a:t>
            </a:r>
            <a:r>
              <a:rPr lang="en-GB" altLang="zh-CN" sz="2400" b="1"/>
              <a:t>break;</a:t>
            </a:r>
            <a:endParaRPr lang="en-GB" altLang="zh-CN" sz="2400" b="1"/>
          </a:p>
          <a:p>
            <a:pPr defTabSz="0">
              <a:tabLst>
                <a:tab pos="467995" algn="l"/>
                <a:tab pos="1382395" algn="l"/>
              </a:tabLst>
            </a:pPr>
            <a:endParaRPr lang="en-GB" sz="2400" b="1"/>
          </a:p>
          <a:p>
            <a:pPr defTabSz="0">
              <a:tabLst>
                <a:tab pos="467995" algn="l"/>
                <a:tab pos="1382395" algn="l"/>
              </a:tabLst>
            </a:pPr>
            <a:r>
              <a:rPr lang="en-GB" sz="2400" b="1"/>
              <a:t>      </a:t>
            </a:r>
            <a:r>
              <a:rPr lang="en-GB" altLang="zh-CN" sz="2400" b="1"/>
              <a:t>case </a:t>
            </a:r>
            <a:r>
              <a:rPr lang="zh-CN" altLang="en-GB" sz="2400">
                <a:ea typeface="黑体" panose="02010609060101010101" charset="-122"/>
              </a:rPr>
              <a:t>常量</a:t>
            </a:r>
            <a:r>
              <a:rPr lang="zh-CN" altLang="en-GB" sz="2400" b="1"/>
              <a:t> </a:t>
            </a:r>
            <a:r>
              <a:rPr lang="en-GB" altLang="zh-CN" sz="2400" b="1"/>
              <a:t>2:</a:t>
            </a:r>
            <a:endParaRPr lang="en-GB" altLang="zh-CN" sz="2400" b="1"/>
          </a:p>
          <a:p>
            <a:pPr defTabSz="0">
              <a:tabLst>
                <a:tab pos="467995" algn="l"/>
                <a:tab pos="1382395" algn="l"/>
              </a:tabLst>
            </a:pPr>
            <a:r>
              <a:rPr lang="en-GB" sz="2400" b="1"/>
              <a:t>		</a:t>
            </a:r>
            <a:r>
              <a:rPr lang="zh-CN" altLang="en-GB" sz="2400">
                <a:ea typeface="黑体" panose="02010609060101010101" charset="-122"/>
              </a:rPr>
              <a:t>语句</a:t>
            </a:r>
            <a:r>
              <a:rPr lang="en-GB" altLang="zh-CN" sz="2400" b="1"/>
              <a:t>;</a:t>
            </a:r>
            <a:endParaRPr lang="en-GB" altLang="zh-CN" sz="2400" b="1"/>
          </a:p>
          <a:p>
            <a:pPr defTabSz="0">
              <a:tabLst>
                <a:tab pos="467995" algn="l"/>
                <a:tab pos="1382395" algn="l"/>
              </a:tabLst>
            </a:pPr>
            <a:r>
              <a:rPr lang="en-GB" sz="2400" b="1"/>
              <a:t>		</a:t>
            </a:r>
            <a:r>
              <a:rPr lang="en-GB" altLang="zh-CN" sz="2400" b="1"/>
              <a:t>break;</a:t>
            </a:r>
            <a:endParaRPr lang="en-GB" altLang="zh-CN" sz="2400" b="1"/>
          </a:p>
          <a:p>
            <a:pPr defTabSz="0">
              <a:tabLst>
                <a:tab pos="467995" algn="l"/>
                <a:tab pos="1382395" algn="l"/>
              </a:tabLst>
            </a:pPr>
            <a:r>
              <a:rPr lang="en-GB" sz="2400" b="1"/>
              <a:t>	</a:t>
            </a:r>
            <a:endParaRPr lang="en-GB" sz="2400" b="1"/>
          </a:p>
          <a:p>
            <a:pPr defTabSz="0">
              <a:tabLst>
                <a:tab pos="467995" algn="l"/>
                <a:tab pos="1382395" algn="l"/>
              </a:tabLst>
            </a:pPr>
            <a:r>
              <a:rPr lang="en-GB" sz="2400" b="1"/>
              <a:t>	</a:t>
            </a:r>
            <a:r>
              <a:rPr lang="en-GB" altLang="zh-CN" sz="2400" b="1"/>
              <a:t>default:</a:t>
            </a:r>
            <a:endParaRPr lang="en-GB" altLang="zh-CN" sz="2400" b="1"/>
          </a:p>
          <a:p>
            <a:pPr defTabSz="0">
              <a:tabLst>
                <a:tab pos="467995" algn="l"/>
                <a:tab pos="1382395" algn="l"/>
              </a:tabLst>
            </a:pPr>
            <a:r>
              <a:rPr lang="en-GB" sz="2400" b="1"/>
              <a:t>		</a:t>
            </a:r>
            <a:r>
              <a:rPr lang="zh-CN" altLang="en-GB" sz="2400">
                <a:ea typeface="黑体" panose="02010609060101010101" charset="-122"/>
              </a:rPr>
              <a:t>语句</a:t>
            </a:r>
            <a:r>
              <a:rPr lang="en-GB" altLang="zh-CN" sz="2400" b="1"/>
              <a:t>;</a:t>
            </a:r>
            <a:endParaRPr lang="en-GB" altLang="zh-CN" sz="2400" b="1"/>
          </a:p>
          <a:p>
            <a:pPr defTabSz="0">
              <a:tabLst>
                <a:tab pos="467995" algn="l"/>
                <a:tab pos="1382395" algn="l"/>
              </a:tabLst>
            </a:pPr>
            <a:r>
              <a:rPr lang="en-GB" altLang="zh-CN" sz="2400" b="1"/>
              <a:t>}</a:t>
            </a:r>
            <a:endParaRPr lang="en-US" altLang="zh-CN" sz="2400" b="1"/>
          </a:p>
        </p:txBody>
      </p:sp>
      <p:sp>
        <p:nvSpPr>
          <p:cNvPr id="144402" name="AutoShape 18"/>
          <p:cNvSpPr/>
          <p:nvPr/>
        </p:nvSpPr>
        <p:spPr bwMode="auto">
          <a:xfrm>
            <a:off x="3563938" y="1052513"/>
            <a:ext cx="2303462" cy="576262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>
                <a:ea typeface="黑体" panose="02010609060101010101" charset="-122"/>
              </a:rPr>
              <a:t>计算表达式的值</a:t>
            </a:r>
            <a:endParaRPr lang="en-US" sz="2400">
              <a:ea typeface="黑体" panose="02010609060101010101" charset="-122"/>
            </a:endParaRPr>
          </a:p>
        </p:txBody>
      </p:sp>
      <p:sp>
        <p:nvSpPr>
          <p:cNvPr id="144403" name="Oval 19"/>
          <p:cNvSpPr/>
          <p:nvPr/>
        </p:nvSpPr>
        <p:spPr bwMode="auto">
          <a:xfrm>
            <a:off x="1835150" y="919163"/>
            <a:ext cx="1223963" cy="79216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404" name="AutoShape 20"/>
          <p:cNvSpPr/>
          <p:nvPr/>
        </p:nvSpPr>
        <p:spPr bwMode="auto">
          <a:xfrm>
            <a:off x="3563938" y="1773238"/>
            <a:ext cx="2232025" cy="50323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如果等于常量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4405" name="Rectangle 21"/>
          <p:cNvSpPr/>
          <p:nvPr/>
        </p:nvSpPr>
        <p:spPr bwMode="auto">
          <a:xfrm rot="279478">
            <a:off x="1692275" y="2060575"/>
            <a:ext cx="576263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GB" altLang="zh-CN" sz="4000" b="1">
                <a:solidFill>
                  <a:srgbClr val="339966"/>
                </a:solidFill>
                <a:sym typeface="Wingdings" panose="05000000000000000000" pitchFamily="2" charset="2"/>
              </a:rPr>
              <a:t></a:t>
            </a:r>
            <a:endParaRPr lang="en-US" altLang="zh-CN" sz="4000" b="1">
              <a:solidFill>
                <a:srgbClr val="339966"/>
              </a:solidFill>
              <a:sym typeface="Wingdings" panose="05000000000000000000" pitchFamily="2" charset="2"/>
            </a:endParaRPr>
          </a:p>
        </p:txBody>
      </p:sp>
      <p:sp>
        <p:nvSpPr>
          <p:cNvPr id="144406" name="AutoShape 22"/>
          <p:cNvSpPr/>
          <p:nvPr/>
        </p:nvSpPr>
        <p:spPr bwMode="auto">
          <a:xfrm>
            <a:off x="3563938" y="3213100"/>
            <a:ext cx="2232025" cy="503238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如果等于常量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2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4407" name="Rectangle 23"/>
          <p:cNvSpPr/>
          <p:nvPr/>
        </p:nvSpPr>
        <p:spPr bwMode="auto">
          <a:xfrm rot="279478">
            <a:off x="1692275" y="3468688"/>
            <a:ext cx="576263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GB" altLang="zh-CN" sz="4000" b="1">
                <a:solidFill>
                  <a:srgbClr val="339966"/>
                </a:solidFill>
                <a:sym typeface="Wingdings" panose="05000000000000000000" pitchFamily="2" charset="2"/>
              </a:rPr>
              <a:t></a:t>
            </a:r>
            <a:endParaRPr lang="en-US" altLang="zh-CN" sz="4000" b="1">
              <a:solidFill>
                <a:srgbClr val="339966"/>
              </a:solidFill>
              <a:sym typeface="Wingdings" panose="05000000000000000000" pitchFamily="2" charset="2"/>
            </a:endParaRPr>
          </a:p>
        </p:txBody>
      </p:sp>
      <p:sp>
        <p:nvSpPr>
          <p:cNvPr id="144408" name="AutoShape 24"/>
          <p:cNvSpPr/>
          <p:nvPr/>
        </p:nvSpPr>
        <p:spPr bwMode="auto">
          <a:xfrm>
            <a:off x="3635375" y="4652963"/>
            <a:ext cx="3241675" cy="504825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zh-CN" altLang="en-US" sz="2400">
                <a:ea typeface="黑体" panose="02010609060101010101" charset="-122"/>
              </a:rPr>
              <a:t>如果没有找到匹配的值</a:t>
            </a:r>
            <a:endParaRPr lang="zh-CN" altLang="en-US" sz="2400">
              <a:ea typeface="黑体" panose="02010609060101010101" charset="-122"/>
            </a:endParaRPr>
          </a:p>
        </p:txBody>
      </p:sp>
      <p:sp>
        <p:nvSpPr>
          <p:cNvPr id="144409" name="Rectangle 25"/>
          <p:cNvSpPr/>
          <p:nvPr/>
        </p:nvSpPr>
        <p:spPr bwMode="auto">
          <a:xfrm rot="279478">
            <a:off x="1692275" y="4959350"/>
            <a:ext cx="576263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GB" altLang="zh-CN" sz="4000" b="1">
                <a:solidFill>
                  <a:srgbClr val="339966"/>
                </a:solidFill>
                <a:sym typeface="Wingdings" panose="05000000000000000000" pitchFamily="2" charset="2"/>
              </a:rPr>
              <a:t></a:t>
            </a:r>
            <a:endParaRPr lang="en-US" altLang="zh-CN" sz="4000" b="1">
              <a:solidFill>
                <a:srgbClr val="339966"/>
              </a:solidFill>
              <a:sym typeface="Wingdings" panose="05000000000000000000" pitchFamily="2" charset="2"/>
            </a:endParaRPr>
          </a:p>
        </p:txBody>
      </p:sp>
      <p:sp>
        <p:nvSpPr>
          <p:cNvPr id="144410" name="Oval 26"/>
          <p:cNvSpPr/>
          <p:nvPr/>
        </p:nvSpPr>
        <p:spPr bwMode="auto">
          <a:xfrm>
            <a:off x="2009775" y="1731963"/>
            <a:ext cx="1122363" cy="5969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411" name="Oval 27"/>
          <p:cNvSpPr/>
          <p:nvPr/>
        </p:nvSpPr>
        <p:spPr bwMode="auto">
          <a:xfrm>
            <a:off x="2000250" y="3192463"/>
            <a:ext cx="1131888" cy="5969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412" name="Oval 28"/>
          <p:cNvSpPr/>
          <p:nvPr/>
        </p:nvSpPr>
        <p:spPr bwMode="auto">
          <a:xfrm>
            <a:off x="900113" y="4632325"/>
            <a:ext cx="1657350" cy="5969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4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4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4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4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4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4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4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4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4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43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43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44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4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4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44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4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2" dur="indefinite"/>
                                        <p:tgtEl>
                                          <p:spTgt spid="1444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83" dur="indefinite"/>
                                        <p:tgtEl>
                                          <p:spTgt spid="14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5" dur="indefinite"/>
                                        <p:tgtEl>
                                          <p:spTgt spid="1444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86" dur="indefinite"/>
                                        <p:tgtEl>
                                          <p:spTgt spid="14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4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44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4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5" dur="indefinite"/>
                                        <p:tgtEl>
                                          <p:spTgt spid="1444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6" dur="indefinite"/>
                                        <p:tgtEl>
                                          <p:spTgt spid="14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8" dur="indefinite"/>
                                        <p:tgtEl>
                                          <p:spTgt spid="1444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9" dur="indefinite"/>
                                        <p:tgtEl>
                                          <p:spTgt spid="14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4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44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4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44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 build="allAtOnce"/>
      <p:bldP spid="144402" grpId="0" bldLvl="0" animBg="1"/>
      <p:bldP spid="144403" grpId="0" bldLvl="0" animBg="1"/>
      <p:bldP spid="144403" grpId="1" bldLvl="0" animBg="1"/>
      <p:bldP spid="144404" grpId="0" bldLvl="0" animBg="1"/>
      <p:bldP spid="144404" grpId="1" bldLvl="0" animBg="1"/>
      <p:bldP spid="144405" grpId="0"/>
      <p:bldP spid="144405" grpId="1"/>
      <p:bldP spid="144406" grpId="0" bldLvl="0" animBg="1"/>
      <p:bldP spid="144406" grpId="1" bldLvl="0" animBg="1"/>
      <p:bldP spid="144407" grpId="0"/>
      <p:bldP spid="144407" grpId="1"/>
      <p:bldP spid="144408" grpId="0" bldLvl="0" animBg="1"/>
      <p:bldP spid="144409" grpId="0"/>
      <p:bldP spid="144410" grpId="0" bldLvl="0" animBg="1"/>
      <p:bldP spid="144410" grpId="1" bldLvl="0" animBg="1"/>
      <p:bldP spid="144411" grpId="0" bldLvl="0" animBg="1"/>
      <p:bldP spid="144411" grpId="1" bldLvl="0" animBg="1"/>
      <p:bldP spid="144412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/>
          <p:nvPr/>
        </p:nvSpPr>
        <p:spPr bwMode="auto">
          <a:xfrm>
            <a:off x="611188" y="1693863"/>
            <a:ext cx="8208962" cy="46085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chemeClr val="accent1"/>
                </a:solidFill>
                <a:ea typeface="黑体" panose="02010609060101010101" charset="-122"/>
              </a:rPr>
              <a:t> </a:t>
            </a:r>
            <a:r>
              <a:rPr lang="zh-CN" altLang="en-GB" sz="2800" dirty="0">
                <a:solidFill>
                  <a:schemeClr val="accent1"/>
                </a:solidFill>
                <a:ea typeface="黑体" panose="02010609060101010101" charset="-122"/>
              </a:rPr>
              <a:t>多重</a:t>
            </a:r>
            <a:r>
              <a:rPr lang="en-GB" altLang="zh-CN" sz="2800" dirty="0">
                <a:solidFill>
                  <a:schemeClr val="accent1"/>
                </a:solidFill>
                <a:ea typeface="黑体" panose="02010609060101010101" charset="-122"/>
              </a:rPr>
              <a:t>if</a:t>
            </a:r>
            <a:r>
              <a:rPr lang="zh-CN" altLang="en-GB" sz="2800" dirty="0">
                <a:solidFill>
                  <a:schemeClr val="accent1"/>
                </a:solidFill>
                <a:ea typeface="黑体" panose="02010609060101010101" charset="-122"/>
              </a:rPr>
              <a:t>结构和</a:t>
            </a:r>
            <a:r>
              <a:rPr lang="en-GB" altLang="zh-CN" sz="2800" dirty="0">
                <a:solidFill>
                  <a:schemeClr val="accent1"/>
                </a:solidFill>
                <a:ea typeface="黑体" panose="02010609060101010101" charset="-122"/>
              </a:rPr>
              <a:t>switch</a:t>
            </a:r>
            <a:r>
              <a:rPr lang="zh-CN" altLang="en-GB" sz="2800" dirty="0">
                <a:solidFill>
                  <a:schemeClr val="accent1"/>
                </a:solidFill>
                <a:ea typeface="黑体" panose="02010609060101010101" charset="-122"/>
              </a:rPr>
              <a:t>结构都可以用来实现多路分支</a:t>
            </a:r>
            <a:endParaRPr lang="zh-CN" altLang="en-GB" sz="2800" dirty="0">
              <a:solidFill>
                <a:schemeClr val="accent1"/>
              </a:solidFill>
              <a:ea typeface="黑体" panose="02010609060101010101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Char char="q"/>
            </a:pPr>
            <a:r>
              <a:rPr lang="zh-CN" altLang="en-GB" sz="2800" dirty="0">
                <a:solidFill>
                  <a:schemeClr val="accent1"/>
                </a:solidFill>
                <a:ea typeface="黑体" panose="02010609060101010101" charset="-122"/>
              </a:rPr>
              <a:t>多重</a:t>
            </a:r>
            <a:r>
              <a:rPr lang="en-GB" altLang="zh-CN" sz="2800" dirty="0">
                <a:solidFill>
                  <a:schemeClr val="accent1"/>
                </a:solidFill>
                <a:ea typeface="黑体" panose="02010609060101010101" charset="-122"/>
              </a:rPr>
              <a:t>if</a:t>
            </a:r>
            <a:r>
              <a:rPr lang="zh-CN" altLang="en-GB" sz="2800" dirty="0">
                <a:solidFill>
                  <a:schemeClr val="accent1"/>
                </a:solidFill>
                <a:ea typeface="黑体" panose="02010609060101010101" charset="-122"/>
              </a:rPr>
              <a:t>结构用来实现两路、三路分支比较方便，而</a:t>
            </a:r>
            <a:r>
              <a:rPr lang="en-GB" altLang="zh-CN" sz="2800" dirty="0">
                <a:solidFill>
                  <a:schemeClr val="accent1"/>
                </a:solidFill>
                <a:ea typeface="黑体" panose="02010609060101010101" charset="-122"/>
              </a:rPr>
              <a:t>switch</a:t>
            </a:r>
            <a:r>
              <a:rPr lang="zh-CN" altLang="en-GB" sz="2800" dirty="0">
                <a:solidFill>
                  <a:schemeClr val="accent1"/>
                </a:solidFill>
                <a:ea typeface="黑体" panose="02010609060101010101" charset="-122"/>
              </a:rPr>
              <a:t>结构实现三路以上分支比较方便</a:t>
            </a:r>
            <a:endParaRPr lang="zh-CN" altLang="en-GB" sz="2800" dirty="0">
              <a:solidFill>
                <a:schemeClr val="accent1"/>
              </a:solidFill>
              <a:ea typeface="黑体" panose="02010609060101010101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Char char="q"/>
            </a:pPr>
            <a:r>
              <a:rPr lang="zh-CN" altLang="en-GB" sz="2800" dirty="0">
                <a:solidFill>
                  <a:schemeClr val="accent1"/>
                </a:solidFill>
                <a:ea typeface="黑体" panose="02010609060101010101" charset="-122"/>
              </a:rPr>
              <a:t>在使用</a:t>
            </a:r>
            <a:r>
              <a:rPr lang="en-GB" altLang="zh-CN" sz="2800" dirty="0">
                <a:solidFill>
                  <a:schemeClr val="accent1"/>
                </a:solidFill>
                <a:ea typeface="黑体" panose="02010609060101010101" charset="-122"/>
              </a:rPr>
              <a:t>switch</a:t>
            </a:r>
            <a:r>
              <a:rPr lang="zh-CN" altLang="en-GB" sz="2800" dirty="0">
                <a:solidFill>
                  <a:schemeClr val="accent1"/>
                </a:solidFill>
                <a:ea typeface="黑体" panose="02010609060101010101" charset="-122"/>
              </a:rPr>
              <a:t>结构</a:t>
            </a:r>
            <a:r>
              <a:rPr lang="zh-CN" altLang="en-GB" sz="2800" dirty="0" smtClean="0">
                <a:solidFill>
                  <a:schemeClr val="accent1"/>
                </a:solidFill>
                <a:ea typeface="黑体" panose="02010609060101010101" charset="-122"/>
              </a:rPr>
              <a:t>时</a:t>
            </a:r>
            <a:r>
              <a:rPr lang="zh-CN" altLang="en-US" sz="2800" dirty="0" smtClean="0">
                <a:solidFill>
                  <a:schemeClr val="accent1"/>
                </a:solidFill>
                <a:ea typeface="黑体" panose="02010609060101010101" charset="-122"/>
              </a:rPr>
              <a:t>，</a:t>
            </a:r>
            <a:r>
              <a:rPr lang="en-GB" altLang="zh-CN" sz="2800" dirty="0" smtClean="0">
                <a:solidFill>
                  <a:schemeClr val="accent1"/>
                </a:solidFill>
                <a:ea typeface="黑体" panose="02010609060101010101" charset="-122"/>
              </a:rPr>
              <a:t>case</a:t>
            </a:r>
            <a:r>
              <a:rPr lang="zh-CN" altLang="en-GB" sz="2800" dirty="0">
                <a:solidFill>
                  <a:schemeClr val="accent1"/>
                </a:solidFill>
                <a:ea typeface="黑体" panose="02010609060101010101" charset="-122"/>
              </a:rPr>
              <a:t>语句后面必须是常量表达式</a:t>
            </a:r>
            <a:endParaRPr lang="zh-CN" altLang="en-GB" sz="2800" dirty="0">
              <a:solidFill>
                <a:schemeClr val="accent1"/>
              </a:solidFill>
              <a:ea typeface="黑体" panose="02010609060101010101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Char char="q"/>
            </a:pPr>
            <a:r>
              <a:rPr lang="zh-CN" altLang="en-GB" sz="2800" dirty="0">
                <a:solidFill>
                  <a:schemeClr val="accent1"/>
                </a:solidFill>
                <a:ea typeface="黑体" panose="02010609060101010101" charset="-122"/>
              </a:rPr>
              <a:t>有些问题只能使用多重</a:t>
            </a:r>
            <a:r>
              <a:rPr lang="en-GB" altLang="zh-CN" sz="2800" dirty="0">
                <a:solidFill>
                  <a:schemeClr val="accent1"/>
                </a:solidFill>
                <a:ea typeface="黑体" panose="02010609060101010101" charset="-122"/>
              </a:rPr>
              <a:t>if</a:t>
            </a:r>
            <a:r>
              <a:rPr lang="zh-CN" altLang="en-GB" sz="2800" dirty="0">
                <a:solidFill>
                  <a:schemeClr val="accent1"/>
                </a:solidFill>
                <a:ea typeface="黑体" panose="02010609060101010101" charset="-122"/>
              </a:rPr>
              <a:t>结构来实现，例如要判断一个值是否处在某个区间的情况</a:t>
            </a:r>
            <a:endParaRPr lang="zh-CN" altLang="en-GB" sz="2800" dirty="0">
              <a:solidFill>
                <a:schemeClr val="accent1"/>
              </a:solidFill>
              <a:ea typeface="黑体" panose="02010609060101010101" charset="-122"/>
            </a:endParaRPr>
          </a:p>
        </p:txBody>
      </p:sp>
      <p:sp>
        <p:nvSpPr>
          <p:cNvPr id="22532" name="Rectangle 3"/>
          <p:cNvSpPr/>
          <p:nvPr>
            <p:ph type="title"/>
          </p:nvPr>
        </p:nvSpPr>
        <p:spPr>
          <a:xfrm>
            <a:off x="351790" y="859155"/>
            <a:ext cx="8229600" cy="792163"/>
          </a:xfrm>
          <a:noFill/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chemeClr val="accent1"/>
                </a:solidFill>
              </a:rPr>
              <a:t>比较多重 </a:t>
            </a:r>
            <a:r>
              <a:rPr lang="en-US" altLang="zh-CN" smtClean="0">
                <a:solidFill>
                  <a:schemeClr val="accent1"/>
                </a:solidFill>
              </a:rPr>
              <a:t>if </a:t>
            </a:r>
            <a:r>
              <a:rPr lang="zh-CN" altLang="en-US" smtClean="0">
                <a:solidFill>
                  <a:schemeClr val="accent1"/>
                </a:solidFill>
              </a:rPr>
              <a:t>和 </a:t>
            </a:r>
            <a:r>
              <a:rPr lang="en-US" altLang="zh-CN" smtClean="0">
                <a:solidFill>
                  <a:schemeClr val="accent1"/>
                </a:solidFill>
              </a:rPr>
              <a:t>switch </a:t>
            </a:r>
            <a:r>
              <a:rPr lang="zh-CN" altLang="en-US" smtClean="0">
                <a:solidFill>
                  <a:schemeClr val="accent1"/>
                </a:solidFill>
              </a:rPr>
              <a:t>结构</a:t>
            </a:r>
            <a:endParaRPr lang="zh-CN" altLang="en-US" smtClean="0">
              <a:solidFill>
                <a:schemeClr val="accent1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8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8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8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8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8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48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48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48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3556" name="Rectangle 3"/>
          <p:cNvSpPr/>
          <p:nvPr/>
        </p:nvSpPr>
        <p:spPr bwMode="auto">
          <a:xfrm>
            <a:off x="539750" y="1557338"/>
            <a:ext cx="7848600" cy="180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None/>
            </a:pPr>
            <a:r>
              <a:rPr lang="zh-CN" altLang="en-US" sz="2400">
                <a:ea typeface="黑体" panose="02010609060101010101" charset="-122"/>
              </a:rPr>
              <a:t>问题描述：</a:t>
            </a:r>
            <a:endParaRPr lang="zh-CN" altLang="en-US" sz="2400">
              <a:ea typeface="黑体" panose="02010609060101010101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None/>
            </a:pPr>
            <a:r>
              <a:rPr lang="zh-CN" altLang="en-US" sz="2400">
                <a:ea typeface="黑体" panose="02010609060101010101" charset="-122"/>
              </a:rPr>
              <a:t>要求判别键盘输入字符的类别。可以根据输入字符的</a:t>
            </a:r>
            <a:r>
              <a:rPr lang="en-US" altLang="zh-CN" sz="2400">
                <a:ea typeface="黑体" panose="02010609060101010101" charset="-122"/>
              </a:rPr>
              <a:t>ASCII</a:t>
            </a:r>
            <a:r>
              <a:rPr lang="zh-CN" altLang="en-US" sz="2400">
                <a:ea typeface="黑体" panose="02010609060101010101" charset="-122"/>
              </a:rPr>
              <a:t>码来判别类型。由</a:t>
            </a:r>
            <a:r>
              <a:rPr lang="en-US" altLang="zh-CN" sz="2400">
                <a:ea typeface="黑体" panose="02010609060101010101" charset="-122"/>
              </a:rPr>
              <a:t>ASCII</a:t>
            </a:r>
            <a:r>
              <a:rPr lang="zh-CN" altLang="en-US" sz="2400">
                <a:ea typeface="黑体" panose="02010609060101010101" charset="-122"/>
              </a:rPr>
              <a:t>码表可知</a:t>
            </a:r>
            <a:r>
              <a:rPr lang="en-US" altLang="zh-CN" sz="2400">
                <a:ea typeface="黑体" panose="02010609060101010101" charset="-122"/>
              </a:rPr>
              <a:t>ASCII</a:t>
            </a:r>
            <a:r>
              <a:rPr lang="zh-CN" altLang="en-US" sz="2400">
                <a:ea typeface="黑体" panose="02010609060101010101" charset="-122"/>
              </a:rPr>
              <a:t>码值小于</a:t>
            </a:r>
            <a:r>
              <a:rPr lang="en-US" altLang="zh-CN" sz="2400">
                <a:ea typeface="黑体" panose="02010609060101010101" charset="-122"/>
              </a:rPr>
              <a:t>32</a:t>
            </a:r>
            <a:r>
              <a:rPr lang="zh-CN" altLang="en-US" sz="2400">
                <a:ea typeface="黑体" panose="02010609060101010101" charset="-122"/>
              </a:rPr>
              <a:t>的为控制字符。 在</a:t>
            </a:r>
            <a:r>
              <a:rPr lang="en-US" altLang="zh-CN" sz="2400">
                <a:ea typeface="黑体" panose="02010609060101010101" charset="-122"/>
              </a:rPr>
              <a:t>0</a:t>
            </a:r>
            <a:r>
              <a:rPr lang="zh-CN" altLang="en-US" sz="2400">
                <a:ea typeface="黑体" panose="02010609060101010101" charset="-122"/>
              </a:rPr>
              <a:t>～</a:t>
            </a:r>
            <a:r>
              <a:rPr lang="en-US" altLang="zh-CN" sz="2400">
                <a:ea typeface="黑体" panose="02010609060101010101" charset="-122"/>
              </a:rPr>
              <a:t>9</a:t>
            </a:r>
            <a:r>
              <a:rPr lang="zh-CN" altLang="en-US" sz="2400">
                <a:ea typeface="黑体" panose="02010609060101010101" charset="-122"/>
              </a:rPr>
              <a:t>之间的为数字，在</a:t>
            </a:r>
            <a:r>
              <a:rPr lang="en-US" altLang="zh-CN" sz="2400">
                <a:ea typeface="黑体" panose="02010609060101010101" charset="-122"/>
              </a:rPr>
              <a:t>A</a:t>
            </a:r>
            <a:r>
              <a:rPr lang="zh-CN" altLang="en-US" sz="2400">
                <a:ea typeface="黑体" panose="02010609060101010101" charset="-122"/>
              </a:rPr>
              <a:t>～</a:t>
            </a:r>
            <a:r>
              <a:rPr lang="en-US" altLang="zh-CN" sz="2400">
                <a:ea typeface="黑体" panose="02010609060101010101" charset="-122"/>
              </a:rPr>
              <a:t>Z</a:t>
            </a:r>
            <a:r>
              <a:rPr lang="zh-CN" altLang="en-US" sz="2400">
                <a:ea typeface="黑体" panose="02010609060101010101" charset="-122"/>
              </a:rPr>
              <a:t>之间为大写字母， 在</a:t>
            </a:r>
            <a:r>
              <a:rPr lang="en-US" altLang="zh-CN" sz="2400">
                <a:ea typeface="黑体" panose="02010609060101010101" charset="-122"/>
              </a:rPr>
              <a:t>a</a:t>
            </a:r>
            <a:r>
              <a:rPr lang="zh-CN" altLang="en-US" sz="2400">
                <a:ea typeface="黑体" panose="02010609060101010101" charset="-122"/>
              </a:rPr>
              <a:t>～</a:t>
            </a:r>
            <a:r>
              <a:rPr lang="en-US" altLang="zh-CN" sz="2400">
                <a:ea typeface="黑体" panose="02010609060101010101" charset="-122"/>
              </a:rPr>
              <a:t>z</a:t>
            </a:r>
            <a:r>
              <a:rPr lang="zh-CN" altLang="en-US" sz="2400">
                <a:ea typeface="黑体" panose="02010609060101010101" charset="-122"/>
              </a:rPr>
              <a:t>之间为小写字母，其余则为其它字符。 </a:t>
            </a:r>
            <a:endParaRPr lang="zh-CN" altLang="en-US" sz="2400">
              <a:ea typeface="黑体" panose="02010609060101010101" charset="-122"/>
            </a:endParaRPr>
          </a:p>
        </p:txBody>
      </p:sp>
      <p:sp>
        <p:nvSpPr>
          <p:cNvPr id="173060" name="Rectangle 4"/>
          <p:cNvSpPr/>
          <p:nvPr/>
        </p:nvSpPr>
        <p:spPr bwMode="auto">
          <a:xfrm>
            <a:off x="539750" y="692150"/>
            <a:ext cx="8135938" cy="58324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void main()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{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char c;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cout&lt;&lt;"\n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  <a:cs typeface="Courier New" panose="02070309020205020404"/>
              </a:rPr>
              <a:t>请输入一个字符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: 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cin&gt;&gt;c;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if(c&lt;32)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cout&lt;&lt;"\n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该字符是一个控制字符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。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\n";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else if(c&gt;='0'&amp;&amp;c&lt;='9')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cout&lt;&lt;"\n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该字符是一个数字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。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\n";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else if(c&gt;='A'&amp;&amp;c&lt;='Z')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cout&lt;&lt;"\n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该字符是一个大写字母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。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\n";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else if(c&gt;='a'&amp;&amp;c&lt;='z')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cout&lt;&lt;"\n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该字符是一个小写字母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。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\n";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else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		cout&lt;&lt;"\n 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该字符是其他字符</a:t>
            </a:r>
            <a:r>
              <a:rPr lang="zh-CN" altLang="en-GB" sz="240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。</a:t>
            </a:r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\n";</a:t>
            </a:r>
            <a:endParaRPr lang="en-GB" altLang="zh-CN" sz="240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400">
                <a:solidFill>
                  <a:srgbClr val="000000"/>
                </a:solidFill>
                <a:cs typeface="Courier New" panose="02070309020205020404"/>
              </a:rPr>
              <a:t>}</a:t>
            </a:r>
            <a:r>
              <a:rPr lang="en-US" altLang="zh-CN" sz="2400">
                <a:solidFill>
                  <a:srgbClr val="000000"/>
                </a:solidFill>
                <a:cs typeface="Courier New" panose="02070309020205020404"/>
              </a:rPr>
              <a:t> </a:t>
            </a:r>
            <a:endParaRPr lang="en-US" altLang="zh-CN" sz="2400">
              <a:solidFill>
                <a:srgbClr val="000000"/>
              </a:solidFill>
              <a:cs typeface="Courier New" panose="02070309020205020404"/>
            </a:endParaRPr>
          </a:p>
        </p:txBody>
      </p:sp>
      <p:sp>
        <p:nvSpPr>
          <p:cNvPr id="173061" name="Rectangle 5"/>
          <p:cNvSpPr/>
          <p:nvPr/>
        </p:nvSpPr>
        <p:spPr bwMode="auto">
          <a:xfrm>
            <a:off x="0" y="2335213"/>
            <a:ext cx="309880" cy="36830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pSp>
        <p:nvGrpSpPr>
          <p:cNvPr id="2" name="Group 6"/>
          <p:cNvGrpSpPr/>
          <p:nvPr/>
        </p:nvGrpSpPr>
        <p:grpSpPr bwMode="auto">
          <a:xfrm>
            <a:off x="7237413" y="747713"/>
            <a:ext cx="1295400" cy="1817687"/>
            <a:chOff x="4320" y="894"/>
            <a:chExt cx="1296" cy="1362"/>
          </a:xfrm>
        </p:grpSpPr>
        <p:sp>
          <p:nvSpPr>
            <p:cNvPr id="23571" name="Rectangle 7"/>
            <p:cNvSpPr/>
            <p:nvPr/>
          </p:nvSpPr>
          <p:spPr bwMode="auto">
            <a:xfrm>
              <a:off x="4320" y="1056"/>
              <a:ext cx="1296" cy="1200"/>
            </a:xfrm>
            <a:prstGeom prst="rect">
              <a:avLst/>
            </a:prstGeom>
            <a:solidFill>
              <a:srgbClr val="FFFFE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72" name="Text Box 8"/>
            <p:cNvSpPr txBox="1"/>
            <p:nvPr/>
          </p:nvSpPr>
          <p:spPr bwMode="auto">
            <a:xfrm>
              <a:off x="4628" y="894"/>
              <a:ext cx="705" cy="30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Courier New" panose="02070309020205020404"/>
                  <a:ea typeface="黑体" panose="02010609060101010101" charset="-122"/>
                </a:rPr>
                <a:t>内存</a:t>
              </a:r>
              <a:endParaRPr lang="zh-CN" altLang="en-US" sz="2000" b="1">
                <a:solidFill>
                  <a:schemeClr val="bg1"/>
                </a:solidFill>
                <a:latin typeface="Courier New" panose="02070309020205020404"/>
                <a:ea typeface="黑体" panose="02010609060101010101" charset="-122"/>
              </a:endParaRPr>
            </a:p>
          </p:txBody>
        </p:sp>
      </p:grpSp>
      <p:grpSp>
        <p:nvGrpSpPr>
          <p:cNvPr id="3" name="Group 9"/>
          <p:cNvGrpSpPr/>
          <p:nvPr/>
        </p:nvGrpSpPr>
        <p:grpSpPr bwMode="auto">
          <a:xfrm>
            <a:off x="7524750" y="1270000"/>
            <a:ext cx="762000" cy="1143000"/>
            <a:chOff x="3936" y="960"/>
            <a:chExt cx="480" cy="720"/>
          </a:xfrm>
        </p:grpSpPr>
        <p:sp>
          <p:nvSpPr>
            <p:cNvPr id="23569" name="Oval 10"/>
            <p:cNvSpPr/>
            <p:nvPr/>
          </p:nvSpPr>
          <p:spPr bwMode="auto">
            <a:xfrm>
              <a:off x="3936" y="1200"/>
              <a:ext cx="480" cy="4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70" name="Text Box 11"/>
            <p:cNvSpPr txBox="1"/>
            <p:nvPr/>
          </p:nvSpPr>
          <p:spPr bwMode="auto">
            <a:xfrm>
              <a:off x="4062" y="960"/>
              <a:ext cx="231" cy="288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Courier New" panose="02070309020205020404"/>
                </a:rPr>
                <a:t>c</a:t>
              </a:r>
              <a:endParaRPr lang="en-US" altLang="zh-CN" sz="2400" b="1">
                <a:latin typeface="Courier New" panose="02070309020205020404"/>
              </a:endParaRPr>
            </a:p>
          </p:txBody>
        </p:sp>
      </p:grpSp>
      <p:sp>
        <p:nvSpPr>
          <p:cNvPr id="173068" name="AutoShape 12"/>
          <p:cNvSpPr/>
          <p:nvPr/>
        </p:nvSpPr>
        <p:spPr bwMode="auto">
          <a:xfrm flipH="1">
            <a:off x="4932363" y="3249613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73069" name="AutoShape 13"/>
          <p:cNvSpPr/>
          <p:nvPr/>
        </p:nvSpPr>
        <p:spPr bwMode="auto">
          <a:xfrm flipH="1">
            <a:off x="4787900" y="3968751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73070" name="Text Box 14"/>
          <p:cNvSpPr txBox="1"/>
          <p:nvPr/>
        </p:nvSpPr>
        <p:spPr bwMode="auto">
          <a:xfrm>
            <a:off x="7688739" y="1774825"/>
            <a:ext cx="365760" cy="46037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>
                <a:solidFill>
                  <a:schemeClr val="hlink"/>
                </a:solidFill>
                <a:latin typeface="Courier New" panose="02070309020205020404"/>
              </a:rPr>
              <a:t>E</a:t>
            </a:r>
            <a:endParaRPr lang="en-US" altLang="zh-CN" sz="2400" b="1">
              <a:solidFill>
                <a:schemeClr val="hlink"/>
              </a:solidFill>
              <a:latin typeface="Courier New" panose="02070309020205020404"/>
            </a:endParaRPr>
          </a:p>
        </p:txBody>
      </p:sp>
      <p:sp>
        <p:nvSpPr>
          <p:cNvPr id="173072" name="Text Box 16"/>
          <p:cNvSpPr txBox="1"/>
          <p:nvPr/>
        </p:nvSpPr>
        <p:spPr bwMode="auto">
          <a:xfrm>
            <a:off x="6154738" y="5695950"/>
            <a:ext cx="2881312" cy="39878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bg1"/>
                </a:solidFill>
                <a:ea typeface="黑体" panose="02010609060101010101" charset="-122"/>
              </a:rPr>
              <a:t>请输入一个字符：</a:t>
            </a:r>
            <a:r>
              <a:rPr lang="en-US" altLang="zh-CN" sz="2000">
                <a:solidFill>
                  <a:schemeClr val="bg1"/>
                </a:solidFill>
                <a:ea typeface="黑体" panose="02010609060101010101" charset="-122"/>
              </a:rPr>
              <a:t>E</a:t>
            </a:r>
            <a:endParaRPr lang="en-US" altLang="zh-CN" sz="2000">
              <a:solidFill>
                <a:schemeClr val="bg1"/>
              </a:solidFill>
              <a:ea typeface="黑体" panose="02010609060101010101" charset="-122"/>
            </a:endParaRPr>
          </a:p>
        </p:txBody>
      </p:sp>
      <p:sp>
        <p:nvSpPr>
          <p:cNvPr id="173073" name="Text Box 17"/>
          <p:cNvSpPr txBox="1"/>
          <p:nvPr/>
        </p:nvSpPr>
        <p:spPr bwMode="auto">
          <a:xfrm>
            <a:off x="6154738" y="6056313"/>
            <a:ext cx="2881312" cy="39878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bg1"/>
                </a:solidFill>
                <a:ea typeface="黑体" panose="02010609060101010101" charset="-122"/>
              </a:rPr>
              <a:t>该字符是一个大写字母</a:t>
            </a:r>
            <a:endParaRPr lang="zh-CN" altLang="en-US" sz="2000">
              <a:solidFill>
                <a:schemeClr val="bg1"/>
              </a:solidFill>
              <a:ea typeface="黑体" panose="02010609060101010101" charset="-122"/>
            </a:endParaRPr>
          </a:p>
        </p:txBody>
      </p:sp>
      <p:sp>
        <p:nvSpPr>
          <p:cNvPr id="173074" name="AutoShape 18"/>
          <p:cNvSpPr/>
          <p:nvPr/>
        </p:nvSpPr>
        <p:spPr bwMode="auto">
          <a:xfrm flipH="1">
            <a:off x="7667625" y="4329114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73075" name="AutoShape 19"/>
          <p:cNvSpPr/>
          <p:nvPr/>
        </p:nvSpPr>
        <p:spPr bwMode="auto">
          <a:xfrm flipH="1">
            <a:off x="2987675" y="2528888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73076" name="AutoShape 20"/>
          <p:cNvSpPr/>
          <p:nvPr/>
        </p:nvSpPr>
        <p:spPr bwMode="auto">
          <a:xfrm flipH="1">
            <a:off x="1042988" y="6129339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7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7" dur="1000" fill="hold"/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73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5" dur="1000" fill="hold"/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0"/>
                                        <p:tgtEl>
                                          <p:spTgt spid="1730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4" dur="1000" fill="hold"/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2000"/>
                                        <p:tgtEl>
                                          <p:spTgt spid="17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7" dur="1000" fill="hold"/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0" grpId="0" bldLvl="0" animBg="1"/>
      <p:bldP spid="173068" grpId="0" bldLvl="0" animBg="1"/>
      <p:bldP spid="173068" grpId="1" bldLvl="0" animBg="1"/>
      <p:bldP spid="173068" grpId="2" bldLvl="0" animBg="1"/>
      <p:bldP spid="173069" grpId="0" bldLvl="0" animBg="1"/>
      <p:bldP spid="173069" grpId="1" bldLvl="0" animBg="1"/>
      <p:bldP spid="173069" grpId="2" bldLvl="0" animBg="1"/>
      <p:bldP spid="173072" grpId="0" bldLvl="0" animBg="1"/>
      <p:bldP spid="173073" grpId="0" bldLvl="0" animBg="1"/>
      <p:bldP spid="173074" grpId="0" bldLvl="0" animBg="1"/>
      <p:bldP spid="173074" grpId="1" bldLvl="0" animBg="1"/>
      <p:bldP spid="173074" grpId="2" bldLvl="0" animBg="1"/>
      <p:bldP spid="173075" grpId="0" bldLvl="0" animBg="1"/>
      <p:bldP spid="173075" grpId="1" bldLvl="0" animBg="1"/>
      <p:bldP spid="173075" grpId="2" bldLvl="0" animBg="1"/>
      <p:bldP spid="173076" grpId="0" bldLvl="0" animBg="1"/>
      <p:bldP spid="173076" grpId="1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4580" name="Rectangle 3"/>
          <p:cNvSpPr/>
          <p:nvPr/>
        </p:nvSpPr>
        <p:spPr bwMode="auto">
          <a:xfrm>
            <a:off x="539750" y="1557338"/>
            <a:ext cx="7848600" cy="180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None/>
            </a:pPr>
            <a:r>
              <a:rPr lang="zh-CN" altLang="en-US" sz="2400">
                <a:ea typeface="黑体" panose="02010609060101010101" charset="-122"/>
              </a:rPr>
              <a:t>问题描述：</a:t>
            </a:r>
            <a:endParaRPr lang="zh-CN" altLang="en-US" sz="2400">
              <a:ea typeface="黑体" panose="02010609060101010101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339966"/>
              </a:buClr>
              <a:buFont typeface="Wingdings" panose="05000000000000000000" pitchFamily="2" charset="2"/>
              <a:buNone/>
            </a:pPr>
            <a:r>
              <a:rPr lang="zh-CN" altLang="en-GB" sz="2400">
                <a:ea typeface="黑体" panose="02010609060101010101" charset="-122"/>
              </a:rPr>
              <a:t>编写一个简单的计算器，实现两个整型数的四则运算。</a:t>
            </a:r>
            <a:r>
              <a:rPr lang="zh-CN" altLang="en-US" sz="2400">
                <a:ea typeface="黑体" panose="02010609060101010101" charset="-122"/>
              </a:rPr>
              <a:t> </a:t>
            </a:r>
            <a:endParaRPr lang="zh-CN" altLang="en-US" sz="2400">
              <a:ea typeface="黑体" panose="02010609060101010101" charset="-122"/>
            </a:endParaRPr>
          </a:p>
        </p:txBody>
      </p:sp>
      <p:sp>
        <p:nvSpPr>
          <p:cNvPr id="174084" name="Rectangle 4"/>
          <p:cNvSpPr/>
          <p:nvPr/>
        </p:nvSpPr>
        <p:spPr bwMode="auto">
          <a:xfrm>
            <a:off x="539750" y="1052513"/>
            <a:ext cx="8135938" cy="54721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GB" altLang="zh-CN" sz="2200" dirty="0" err="1">
                <a:solidFill>
                  <a:srgbClr val="000000"/>
                </a:solidFill>
                <a:cs typeface="Courier New" panose="02070309020205020404"/>
              </a:rPr>
              <a:t>int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 </a:t>
            </a:r>
            <a:r>
              <a:rPr lang="en-GB" altLang="zh-CN" sz="2200" dirty="0" err="1">
                <a:solidFill>
                  <a:srgbClr val="000000"/>
                </a:solidFill>
                <a:cs typeface="Courier New" panose="02070309020205020404"/>
              </a:rPr>
              <a:t>a,b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;	char op;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 err="1">
                <a:solidFill>
                  <a:srgbClr val="000000"/>
                </a:solidFill>
                <a:cs typeface="Courier New" panose="02070309020205020404"/>
              </a:rPr>
              <a:t>cout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&lt;&lt;"\n </a:t>
            </a:r>
            <a:r>
              <a:rPr lang="zh-CN" altLang="en-GB" sz="2200" dirty="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  <a:cs typeface="Courier New" panose="02070309020205020404"/>
              </a:rPr>
              <a:t>输入操作数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1,</a:t>
            </a:r>
            <a:r>
              <a:rPr lang="zh-CN" altLang="en-GB" sz="2200" dirty="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运算符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,</a:t>
            </a:r>
            <a:r>
              <a:rPr lang="zh-CN" altLang="en-GB" sz="2200" dirty="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操作数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2:  ";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 err="1">
                <a:solidFill>
                  <a:srgbClr val="000000"/>
                </a:solidFill>
                <a:cs typeface="Courier New" panose="02070309020205020404"/>
              </a:rPr>
              <a:t>cin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&gt;&gt;a&gt;&gt;op&gt;&gt;b;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switch(op)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{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   case '+':  </a:t>
            </a:r>
            <a:r>
              <a:rPr lang="en-GB" altLang="zh-CN" sz="2200" dirty="0" err="1">
                <a:solidFill>
                  <a:srgbClr val="000000"/>
                </a:solidFill>
                <a:cs typeface="Courier New" panose="02070309020205020404"/>
              </a:rPr>
              <a:t>cout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&lt;&lt;a&lt;&lt;"+"&lt;&lt;b&lt;&lt;"="&lt;&lt;</a:t>
            </a:r>
            <a:r>
              <a:rPr lang="en-GB" altLang="zh-CN" sz="2200" dirty="0" err="1">
                <a:solidFill>
                  <a:srgbClr val="000000"/>
                </a:solidFill>
                <a:cs typeface="Courier New" panose="02070309020205020404"/>
              </a:rPr>
              <a:t>a+b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	   break;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   case '-': </a:t>
            </a:r>
            <a:r>
              <a:rPr lang="en-GB" altLang="zh-CN" sz="2200" dirty="0" err="1">
                <a:solidFill>
                  <a:srgbClr val="000000"/>
                </a:solidFill>
                <a:cs typeface="Courier New" panose="02070309020205020404"/>
              </a:rPr>
              <a:t>cout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&lt;&lt;a&lt;&lt;"-"&lt;&lt;b&lt;&lt;"="&lt;&lt;a-b;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	   break;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   case '*': </a:t>
            </a:r>
            <a:r>
              <a:rPr lang="en-GB" altLang="zh-CN" sz="2200" dirty="0" err="1">
                <a:solidFill>
                  <a:srgbClr val="000000"/>
                </a:solidFill>
                <a:cs typeface="Courier New" panose="02070309020205020404"/>
              </a:rPr>
              <a:t>cout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&lt;&lt;a&lt;&lt;"*"&lt;&lt;b&lt;&lt;"="&lt;&lt;a*b;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	   break;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   case '/': </a:t>
            </a:r>
            <a:r>
              <a:rPr lang="en-GB" altLang="zh-CN" sz="2200" dirty="0" err="1">
                <a:solidFill>
                  <a:srgbClr val="000000"/>
                </a:solidFill>
                <a:cs typeface="Courier New" panose="02070309020205020404"/>
              </a:rPr>
              <a:t>cout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&lt;&lt;a&lt;&lt;"/"&lt;&lt;b&lt;&lt;"="&lt;&lt;a/b;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	   break;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   default:   </a:t>
            </a:r>
            <a:r>
              <a:rPr lang="en-GB" altLang="zh-CN" sz="2200" dirty="0" err="1">
                <a:solidFill>
                  <a:srgbClr val="000000"/>
                </a:solidFill>
                <a:cs typeface="Courier New" panose="02070309020205020404"/>
              </a:rPr>
              <a:t>cout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&lt;&lt;" </a:t>
            </a:r>
            <a:r>
              <a:rPr lang="zh-CN" altLang="en-GB" sz="2200" dirty="0">
                <a:solidFill>
                  <a:srgbClr val="000000"/>
                </a:solidFill>
                <a:latin typeface="Courier New" panose="02070309020205020404"/>
                <a:ea typeface="黑体" panose="02010609060101010101" charset="-122"/>
              </a:rPr>
              <a:t>运算符错误</a:t>
            </a:r>
            <a:r>
              <a:rPr lang="zh-CN" altLang="en-GB" sz="22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！</a:t>
            </a:r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";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  <a:p>
            <a:r>
              <a:rPr lang="en-GB" altLang="zh-CN" sz="2200" dirty="0">
                <a:solidFill>
                  <a:srgbClr val="000000"/>
                </a:solidFill>
                <a:cs typeface="Courier New" panose="02070309020205020404"/>
              </a:rPr>
              <a:t>}</a:t>
            </a:r>
            <a:r>
              <a:rPr lang="en-US" altLang="zh-CN" sz="2200" dirty="0">
                <a:solidFill>
                  <a:srgbClr val="000000"/>
                </a:solidFill>
                <a:cs typeface="Courier New" panose="02070309020205020404"/>
              </a:rPr>
              <a:t> </a:t>
            </a:r>
            <a:endParaRPr lang="en-GB" altLang="zh-CN" sz="2200" dirty="0">
              <a:solidFill>
                <a:srgbClr val="000000"/>
              </a:solidFill>
              <a:cs typeface="Courier New" panose="02070309020205020404"/>
            </a:endParaRPr>
          </a:p>
        </p:txBody>
      </p:sp>
      <p:sp>
        <p:nvSpPr>
          <p:cNvPr id="174093" name="AutoShape 13"/>
          <p:cNvSpPr/>
          <p:nvPr/>
        </p:nvSpPr>
        <p:spPr bwMode="auto">
          <a:xfrm flipH="1">
            <a:off x="6516688" y="4329114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74095" name="Text Box 15"/>
          <p:cNvSpPr txBox="1"/>
          <p:nvPr/>
        </p:nvSpPr>
        <p:spPr bwMode="auto">
          <a:xfrm>
            <a:off x="4427538" y="5661025"/>
            <a:ext cx="4537075" cy="39878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GB" sz="2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Courier New" panose="02070309020205020404"/>
              </a:rPr>
              <a:t>输入操作数</a:t>
            </a:r>
            <a:r>
              <a:rPr lang="en-GB" altLang="zh-CN" sz="2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Courier New" panose="02070309020205020404"/>
              </a:rPr>
              <a:t>1,</a:t>
            </a:r>
            <a:r>
              <a:rPr lang="zh-CN" altLang="en-GB" sz="2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Courier New" panose="02070309020205020404"/>
              </a:rPr>
              <a:t>运算符</a:t>
            </a:r>
            <a:r>
              <a:rPr lang="en-GB" altLang="zh-CN" sz="2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Courier New" panose="02070309020205020404"/>
              </a:rPr>
              <a:t>,</a:t>
            </a:r>
            <a:r>
              <a:rPr lang="zh-CN" altLang="en-GB" sz="2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Courier New" panose="02070309020205020404"/>
              </a:rPr>
              <a:t>操作数</a:t>
            </a:r>
            <a:r>
              <a:rPr lang="en-GB" altLang="zh-CN" sz="2000">
                <a:solidFill>
                  <a:schemeClr val="bg1"/>
                </a:solidFill>
                <a:ea typeface="黑体" panose="02010609060101010101" charset="-122"/>
                <a:cs typeface="Courier New" panose="02070309020205020404"/>
              </a:rPr>
              <a:t>2</a:t>
            </a:r>
            <a:r>
              <a:rPr lang="zh-CN" altLang="en-GB" sz="2000">
                <a:solidFill>
                  <a:schemeClr val="bg1"/>
                </a:solidFill>
                <a:ea typeface="黑体" panose="02010609060101010101" charset="-122"/>
                <a:cs typeface="Courier New" panose="02070309020205020404"/>
              </a:rPr>
              <a:t>：</a:t>
            </a:r>
            <a:r>
              <a:rPr lang="en-GB" altLang="zh-CN" sz="2000">
                <a:solidFill>
                  <a:schemeClr val="bg1"/>
                </a:solidFill>
                <a:ea typeface="黑体" panose="02010609060101010101" charset="-122"/>
                <a:cs typeface="Courier New" panose="02070309020205020404"/>
              </a:rPr>
              <a:t>45,*,2</a:t>
            </a:r>
            <a:endParaRPr lang="en-US" altLang="zh-CN" sz="2000">
              <a:solidFill>
                <a:schemeClr val="bg1"/>
              </a:solidFill>
              <a:ea typeface="黑体" panose="02010609060101010101" charset="-122"/>
              <a:cs typeface="Courier New" panose="02070309020205020404"/>
            </a:endParaRPr>
          </a:p>
        </p:txBody>
      </p:sp>
      <p:sp>
        <p:nvSpPr>
          <p:cNvPr id="174096" name="Text Box 16"/>
          <p:cNvSpPr txBox="1"/>
          <p:nvPr/>
        </p:nvSpPr>
        <p:spPr bwMode="auto">
          <a:xfrm>
            <a:off x="4427538" y="6056313"/>
            <a:ext cx="4537075" cy="39878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1"/>
                </a:solidFill>
                <a:ea typeface="黑体" panose="02010609060101010101" charset="-122"/>
              </a:rPr>
              <a:t>45×2 = 90</a:t>
            </a:r>
            <a:endParaRPr lang="en-US" altLang="zh-CN" sz="2000">
              <a:solidFill>
                <a:schemeClr val="bg1"/>
              </a:solidFill>
              <a:ea typeface="黑体" panose="02010609060101010101" charset="-122"/>
            </a:endParaRPr>
          </a:p>
        </p:txBody>
      </p:sp>
      <p:sp>
        <p:nvSpPr>
          <p:cNvPr id="174097" name="AutoShape 17"/>
          <p:cNvSpPr/>
          <p:nvPr/>
        </p:nvSpPr>
        <p:spPr bwMode="auto">
          <a:xfrm flipH="1">
            <a:off x="971550" y="5984876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74098" name="AutoShape 18"/>
          <p:cNvSpPr/>
          <p:nvPr/>
        </p:nvSpPr>
        <p:spPr bwMode="auto">
          <a:xfrm flipH="1">
            <a:off x="2124075" y="2312988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pSp>
        <p:nvGrpSpPr>
          <p:cNvPr id="2" name="Group 19"/>
          <p:cNvGrpSpPr/>
          <p:nvPr/>
        </p:nvGrpSpPr>
        <p:grpSpPr bwMode="auto">
          <a:xfrm>
            <a:off x="6227763" y="765175"/>
            <a:ext cx="2665412" cy="2592388"/>
            <a:chOff x="4320" y="894"/>
            <a:chExt cx="1296" cy="1362"/>
          </a:xfrm>
        </p:grpSpPr>
        <p:sp>
          <p:nvSpPr>
            <p:cNvPr id="24601" name="Rectangle 20"/>
            <p:cNvSpPr/>
            <p:nvPr/>
          </p:nvSpPr>
          <p:spPr bwMode="auto">
            <a:xfrm>
              <a:off x="4320" y="1056"/>
              <a:ext cx="1296" cy="1200"/>
            </a:xfrm>
            <a:prstGeom prst="rect">
              <a:avLst/>
            </a:prstGeom>
            <a:solidFill>
              <a:srgbClr val="FFFFE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02" name="Text Box 21"/>
            <p:cNvSpPr txBox="1"/>
            <p:nvPr/>
          </p:nvSpPr>
          <p:spPr bwMode="auto">
            <a:xfrm>
              <a:off x="4808" y="894"/>
              <a:ext cx="343" cy="21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Courier New" panose="02070309020205020404"/>
                  <a:ea typeface="黑体" panose="02010609060101010101" charset="-122"/>
                </a:rPr>
                <a:t>内存</a:t>
              </a:r>
              <a:endParaRPr lang="zh-CN" altLang="en-US" sz="2000" b="1">
                <a:solidFill>
                  <a:schemeClr val="bg1"/>
                </a:solidFill>
                <a:latin typeface="Courier New" panose="02070309020205020404"/>
                <a:ea typeface="黑体" panose="02010609060101010101" charset="-122"/>
              </a:endParaRPr>
            </a:p>
          </p:txBody>
        </p:sp>
      </p:grpSp>
      <p:grpSp>
        <p:nvGrpSpPr>
          <p:cNvPr id="3" name="Group 22"/>
          <p:cNvGrpSpPr/>
          <p:nvPr/>
        </p:nvGrpSpPr>
        <p:grpSpPr bwMode="auto">
          <a:xfrm>
            <a:off x="6542088" y="1125538"/>
            <a:ext cx="762000" cy="1143000"/>
            <a:chOff x="3936" y="960"/>
            <a:chExt cx="480" cy="720"/>
          </a:xfrm>
        </p:grpSpPr>
        <p:sp>
          <p:nvSpPr>
            <p:cNvPr id="24599" name="Oval 23"/>
            <p:cNvSpPr/>
            <p:nvPr/>
          </p:nvSpPr>
          <p:spPr bwMode="auto">
            <a:xfrm>
              <a:off x="3936" y="1200"/>
              <a:ext cx="480" cy="4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00" name="Text Box 24"/>
            <p:cNvSpPr txBox="1"/>
            <p:nvPr/>
          </p:nvSpPr>
          <p:spPr bwMode="auto">
            <a:xfrm>
              <a:off x="4060" y="960"/>
              <a:ext cx="231" cy="288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Courier New" panose="02070309020205020404"/>
                </a:rPr>
                <a:t>a</a:t>
              </a:r>
              <a:endParaRPr lang="en-US" altLang="zh-CN" sz="2400" b="1">
                <a:latin typeface="Courier New" panose="02070309020205020404"/>
              </a:endParaRPr>
            </a:p>
          </p:txBody>
        </p:sp>
      </p:grpSp>
      <p:grpSp>
        <p:nvGrpSpPr>
          <p:cNvPr id="4" name="Group 25"/>
          <p:cNvGrpSpPr/>
          <p:nvPr/>
        </p:nvGrpSpPr>
        <p:grpSpPr bwMode="auto">
          <a:xfrm>
            <a:off x="7837488" y="1125538"/>
            <a:ext cx="762000" cy="1143000"/>
            <a:chOff x="3936" y="960"/>
            <a:chExt cx="480" cy="720"/>
          </a:xfrm>
        </p:grpSpPr>
        <p:sp>
          <p:nvSpPr>
            <p:cNvPr id="24597" name="Oval 26"/>
            <p:cNvSpPr/>
            <p:nvPr/>
          </p:nvSpPr>
          <p:spPr bwMode="auto">
            <a:xfrm>
              <a:off x="3936" y="1200"/>
              <a:ext cx="480" cy="4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8" name="Text Box 27"/>
            <p:cNvSpPr txBox="1"/>
            <p:nvPr/>
          </p:nvSpPr>
          <p:spPr bwMode="auto">
            <a:xfrm>
              <a:off x="4060" y="960"/>
              <a:ext cx="231" cy="288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Courier New" panose="02070309020205020404"/>
                </a:rPr>
                <a:t>b</a:t>
              </a:r>
              <a:endParaRPr lang="en-US" altLang="zh-CN" sz="2400" b="1">
                <a:latin typeface="Courier New" panose="02070309020205020404"/>
              </a:endParaRPr>
            </a:p>
          </p:txBody>
        </p:sp>
      </p:grpSp>
      <p:grpSp>
        <p:nvGrpSpPr>
          <p:cNvPr id="5" name="Group 28"/>
          <p:cNvGrpSpPr/>
          <p:nvPr/>
        </p:nvGrpSpPr>
        <p:grpSpPr bwMode="auto">
          <a:xfrm>
            <a:off x="7227888" y="2116138"/>
            <a:ext cx="762000" cy="1143000"/>
            <a:chOff x="3936" y="960"/>
            <a:chExt cx="480" cy="720"/>
          </a:xfrm>
        </p:grpSpPr>
        <p:sp>
          <p:nvSpPr>
            <p:cNvPr id="24595" name="Oval 29"/>
            <p:cNvSpPr/>
            <p:nvPr/>
          </p:nvSpPr>
          <p:spPr bwMode="auto">
            <a:xfrm>
              <a:off x="3936" y="1200"/>
              <a:ext cx="480" cy="4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6" name="Text Box 30"/>
            <p:cNvSpPr txBox="1"/>
            <p:nvPr/>
          </p:nvSpPr>
          <p:spPr bwMode="auto">
            <a:xfrm>
              <a:off x="4003" y="960"/>
              <a:ext cx="346" cy="288"/>
            </a:xfrm>
            <a:prstGeom prst="rect">
              <a:avLst/>
            </a:prstGeom>
            <a:noFill/>
            <a:ln w="5715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Courier New" panose="02070309020205020404"/>
                </a:rPr>
                <a:t>op</a:t>
              </a:r>
              <a:endParaRPr lang="en-US" altLang="zh-CN" sz="2400" b="1">
                <a:latin typeface="Courier New" panose="02070309020205020404"/>
              </a:endParaRPr>
            </a:p>
          </p:txBody>
        </p:sp>
      </p:grpSp>
      <p:sp>
        <p:nvSpPr>
          <p:cNvPr id="174111" name="Text Box 31"/>
          <p:cNvSpPr txBox="1"/>
          <p:nvPr/>
        </p:nvSpPr>
        <p:spPr bwMode="auto">
          <a:xfrm>
            <a:off x="6678931" y="1658938"/>
            <a:ext cx="548640" cy="46037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>
                <a:solidFill>
                  <a:schemeClr val="hlink"/>
                </a:solidFill>
                <a:latin typeface="Courier New" panose="02070309020205020404"/>
              </a:rPr>
              <a:t>45</a:t>
            </a:r>
            <a:endParaRPr lang="en-US" altLang="zh-CN" sz="2400" b="1">
              <a:solidFill>
                <a:schemeClr val="hlink"/>
              </a:solidFill>
              <a:latin typeface="Courier New" panose="02070309020205020404"/>
            </a:endParaRPr>
          </a:p>
        </p:txBody>
      </p:sp>
      <p:sp>
        <p:nvSpPr>
          <p:cNvPr id="174112" name="Rectangle 32"/>
          <p:cNvSpPr/>
          <p:nvPr/>
        </p:nvSpPr>
        <p:spPr bwMode="auto">
          <a:xfrm>
            <a:off x="8004652" y="1658938"/>
            <a:ext cx="365760" cy="46037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>
                <a:solidFill>
                  <a:schemeClr val="hlink"/>
                </a:solidFill>
                <a:latin typeface="Courier New" panose="02070309020205020404"/>
              </a:rPr>
              <a:t>2</a:t>
            </a:r>
            <a:endParaRPr lang="en-US" altLang="zh-CN" sz="2400" b="1">
              <a:solidFill>
                <a:schemeClr val="hlink"/>
              </a:solidFill>
              <a:latin typeface="Courier New" panose="02070309020205020404"/>
            </a:endParaRPr>
          </a:p>
        </p:txBody>
      </p:sp>
      <p:sp>
        <p:nvSpPr>
          <p:cNvPr id="174113" name="Rectangle 33"/>
          <p:cNvSpPr/>
          <p:nvPr/>
        </p:nvSpPr>
        <p:spPr bwMode="auto">
          <a:xfrm>
            <a:off x="7412514" y="2649538"/>
            <a:ext cx="365760" cy="46037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>
                <a:solidFill>
                  <a:schemeClr val="hlink"/>
                </a:solidFill>
                <a:latin typeface="Courier New" panose="02070309020205020404"/>
              </a:rPr>
              <a:t>*</a:t>
            </a:r>
            <a:endParaRPr lang="en-US" altLang="zh-CN" sz="2400" b="1">
              <a:solidFill>
                <a:schemeClr val="hlink"/>
              </a:solidFill>
              <a:latin typeface="Courier New" panose="02070309020205020404"/>
            </a:endParaRPr>
          </a:p>
        </p:txBody>
      </p:sp>
      <p:sp>
        <p:nvSpPr>
          <p:cNvPr id="174114" name="AutoShape 34"/>
          <p:cNvSpPr/>
          <p:nvPr/>
        </p:nvSpPr>
        <p:spPr bwMode="auto">
          <a:xfrm flipH="1">
            <a:off x="2843213" y="4616451"/>
            <a:ext cx="304800" cy="368299"/>
          </a:xfrm>
          <a:prstGeom prst="chevron">
            <a:avLst>
              <a:gd name="adj" fmla="val 50000"/>
            </a:avLst>
          </a:prstGeom>
          <a:solidFill>
            <a:schemeClr val="hlink"/>
          </a:solidFill>
          <a:ln w="57150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1741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8" dur="1000" fill="hold"/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4" dur="1000" fill="hold"/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74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53" dur="1000" fill="hold"/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2" dur="1000" fill="hold"/>
                                        <p:tgtEl>
                                          <p:spTgt spid="1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2000"/>
                                        <p:tgtEl>
                                          <p:spTgt spid="174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1" dur="1000" fill="hold"/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4" grpId="0" bldLvl="0" animBg="1"/>
      <p:bldP spid="174093" grpId="0" bldLvl="0" animBg="1"/>
      <p:bldP spid="174093" grpId="1" bldLvl="0" animBg="1"/>
      <p:bldP spid="174093" grpId="2" bldLvl="0" animBg="1"/>
      <p:bldP spid="174095" grpId="0" bldLvl="0" animBg="1"/>
      <p:bldP spid="174096" grpId="0" bldLvl="0" animBg="1"/>
      <p:bldP spid="174096" grpId="1" bldLvl="0" animBg="1"/>
      <p:bldP spid="174097" grpId="0" bldLvl="0" animBg="1"/>
      <p:bldP spid="174097" grpId="1" bldLvl="0" animBg="1"/>
      <p:bldP spid="174098" grpId="0" bldLvl="0" animBg="1"/>
      <p:bldP spid="174098" grpId="1" bldLvl="0" animBg="1"/>
      <p:bldP spid="174098" grpId="2" bldLvl="0" animBg="1"/>
      <p:bldP spid="174111" grpId="0"/>
      <p:bldP spid="174112" grpId="0"/>
      <p:bldP spid="174113" grpId="0"/>
      <p:bldP spid="174113" grpId="1"/>
      <p:bldP spid="174114" grpId="0" bldLvl="0" animBg="1"/>
      <p:bldP spid="174114" grpId="1" bldLvl="0" animBg="1"/>
      <p:bldP spid="174114" grpId="2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936000"/>
            <a:ext cx="9142920" cy="5713920"/>
          </a:xfrm>
          <a:prstGeom prst="rect">
            <a:avLst/>
          </a:prstGeom>
          <a:ln w="9360">
            <a:noFill/>
          </a:ln>
        </p:spPr>
      </p:pic>
      <p:sp>
        <p:nvSpPr>
          <p:cNvPr id="94" name="CustomShape 1"/>
          <p:cNvSpPr/>
          <p:nvPr/>
        </p:nvSpPr>
        <p:spPr>
          <a:xfrm>
            <a:off x="714240" y="2000160"/>
            <a:ext cx="7714080" cy="1927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altLang="zh-CN" sz="7200" b="0" strike="noStrike" spc="-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for</a:t>
            </a:r>
            <a:r>
              <a:rPr lang="zh-CN" altLang="en-US" sz="7200" b="0" strike="noStrike" spc="-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循环</a:t>
            </a:r>
            <a:endParaRPr lang="zh-CN" altLang="en-US" sz="7200" b="0" strike="noStrike" spc="-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14240" y="4509000"/>
            <a:ext cx="7714080" cy="1419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endParaRPr lang="en-US" sz="3200" b="0" strike="noStrike" spc="-1" dirty="0">
              <a:latin typeface="Arial" panose="020B0604020202020204" pitchFamily="34" charset="0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5739480" y="895320"/>
            <a:ext cx="3312360" cy="8211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高级语言</a:t>
            </a:r>
            <a:r>
              <a:rPr lang="en-US" sz="2400" b="1" strike="noStrike" spc="-1">
                <a:solidFill>
                  <a:srgbClr val="FFFFFF"/>
                </a:solidFill>
                <a:latin typeface="Courier New" panose="02070309020205020404"/>
                <a:ea typeface="华文琥珀" panose="02010800040101010101" charset="-122"/>
              </a:rPr>
              <a:t>C++</a:t>
            </a: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程序设计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实验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7604280" y="6031080"/>
            <a:ext cx="1395000" cy="381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20000"/>
              </a:lnSpc>
            </a:pPr>
            <a:endParaRPr lang="en-US" sz="1600" b="0" strike="noStrike" spc="-1">
              <a:latin typeface="Arial" panose="020B0604020202020204" pitchFamily="34" charset="0"/>
            </a:endParaRPr>
          </a:p>
        </p:txBody>
      </p:sp>
      <p:pic>
        <p:nvPicPr>
          <p:cNvPr id="98" name="图片 12"/>
          <p:cNvPicPr/>
          <p:nvPr/>
        </p:nvPicPr>
        <p:blipFill>
          <a:blip r:embed="rId2"/>
          <a:stretch>
            <a:fillRect/>
          </a:stretch>
        </p:blipFill>
        <p:spPr>
          <a:xfrm>
            <a:off x="7598160" y="5666400"/>
            <a:ext cx="1462680" cy="363960"/>
          </a:xfrm>
          <a:prstGeom prst="rect">
            <a:avLst/>
          </a:prstGeom>
          <a:ln w="9360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9"/>
          <p:cNvSpPr/>
          <p:nvPr/>
        </p:nvSpPr>
        <p:spPr>
          <a:xfrm>
            <a:off x="8397720" y="6551640"/>
            <a:ext cx="74520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4" name="CustomShape 10"/>
          <p:cNvSpPr/>
          <p:nvPr/>
        </p:nvSpPr>
        <p:spPr>
          <a:xfrm>
            <a:off x="3720960" y="6551640"/>
            <a:ext cx="171396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Courier New" panose="02070309020205020404"/>
                <a:ea typeface="黑体" panose="02010609060101010101" charset="-122"/>
              </a:rPr>
              <a:t>高级语言C++程序设计</a:t>
            </a:r>
            <a:endParaRPr lang="en-US" sz="1200" b="0" strike="noStrike" spc="-1">
              <a:latin typeface="Arial" panose="020B0604020202020204" pitchFamily="34" charset="0"/>
            </a:endParaRPr>
          </a:p>
        </p:txBody>
      </p:sp>
      <p:sp>
        <p:nvSpPr>
          <p:cNvPr id="245" name="CustomShape 11"/>
          <p:cNvSpPr/>
          <p:nvPr/>
        </p:nvSpPr>
        <p:spPr>
          <a:xfrm>
            <a:off x="6500880" y="6551640"/>
            <a:ext cx="149904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6" name="CustomShape 12"/>
          <p:cNvSpPr/>
          <p:nvPr/>
        </p:nvSpPr>
        <p:spPr>
          <a:xfrm>
            <a:off x="4373280" y="324432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47" name="CustomShape 13"/>
          <p:cNvSpPr/>
          <p:nvPr/>
        </p:nvSpPr>
        <p:spPr>
          <a:xfrm>
            <a:off x="4373280" y="324432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48" name="CustomShape 14"/>
          <p:cNvSpPr/>
          <p:nvPr/>
        </p:nvSpPr>
        <p:spPr>
          <a:xfrm>
            <a:off x="133560" y="1124640"/>
            <a:ext cx="7027200" cy="5028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742950" lvl="1" indent="-284480">
              <a:lnSpc>
                <a:spcPct val="100000"/>
              </a:lnSpc>
              <a:spcBef>
                <a:spcPts val="720"/>
              </a:spcBef>
              <a:buClr>
                <a:srgbClr val="820064"/>
              </a:buClr>
              <a:buFont typeface="Wingdings" panose="05000000000000000000" pitchFamily="2" charset="2"/>
              <a:buChar char=""/>
            </a:pPr>
            <a:r>
              <a:rPr lang="en-US" sz="36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for循环</a:t>
            </a:r>
            <a:endParaRPr lang="en-US" sz="36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 for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( &lt;表达式E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1 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&gt;；&lt;表达式E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2 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&gt;；&lt;表达式E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3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&gt;)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{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&lt;语句序列S&gt; 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}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E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1 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：赋初值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E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2 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：条件判断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E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3 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：循环变量计数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249" name="CustomShape 15"/>
          <p:cNvSpPr/>
          <p:nvPr/>
        </p:nvSpPr>
        <p:spPr>
          <a:xfrm>
            <a:off x="7841880" y="316044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50" name="CustomShape 16"/>
          <p:cNvSpPr/>
          <p:nvPr/>
        </p:nvSpPr>
        <p:spPr>
          <a:xfrm>
            <a:off x="5746320" y="3340440"/>
            <a:ext cx="1717200" cy="602640"/>
          </a:xfrm>
          <a:prstGeom prst="diamond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251" name="CustomShape 17"/>
          <p:cNvSpPr/>
          <p:nvPr/>
        </p:nvSpPr>
        <p:spPr>
          <a:xfrm>
            <a:off x="5899680" y="4263480"/>
            <a:ext cx="1410480" cy="41148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252" name="CustomShape 18"/>
          <p:cNvSpPr/>
          <p:nvPr/>
        </p:nvSpPr>
        <p:spPr>
          <a:xfrm>
            <a:off x="6605280" y="3944160"/>
            <a:ext cx="360" cy="318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3" name="CustomShape 19"/>
          <p:cNvSpPr/>
          <p:nvPr/>
        </p:nvSpPr>
        <p:spPr>
          <a:xfrm>
            <a:off x="6600600" y="2843280"/>
            <a:ext cx="360" cy="496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4" name="CustomShape 20"/>
          <p:cNvSpPr/>
          <p:nvPr/>
        </p:nvSpPr>
        <p:spPr>
          <a:xfrm>
            <a:off x="5436000" y="3642120"/>
            <a:ext cx="3189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5" name="CustomShape 21"/>
          <p:cNvSpPr/>
          <p:nvPr/>
        </p:nvSpPr>
        <p:spPr>
          <a:xfrm>
            <a:off x="6621480" y="5703840"/>
            <a:ext cx="2160" cy="430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6" name="Line 22"/>
          <p:cNvSpPr/>
          <p:nvPr/>
        </p:nvSpPr>
        <p:spPr>
          <a:xfrm>
            <a:off x="8040600" y="3642120"/>
            <a:ext cx="360" cy="2061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7" name="Line 23"/>
          <p:cNvSpPr/>
          <p:nvPr/>
        </p:nvSpPr>
        <p:spPr>
          <a:xfrm>
            <a:off x="7464240" y="3642120"/>
            <a:ext cx="57636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8" name="CustomShape 24"/>
          <p:cNvSpPr/>
          <p:nvPr/>
        </p:nvSpPr>
        <p:spPr>
          <a:xfrm>
            <a:off x="7369920" y="3275640"/>
            <a:ext cx="7639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False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59" name="CustomShape 25"/>
          <p:cNvSpPr/>
          <p:nvPr/>
        </p:nvSpPr>
        <p:spPr>
          <a:xfrm>
            <a:off x="6589800" y="3903480"/>
            <a:ext cx="6620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True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60" name="CustomShape 26"/>
          <p:cNvSpPr/>
          <p:nvPr/>
        </p:nvSpPr>
        <p:spPr>
          <a:xfrm>
            <a:off x="5912640" y="2637000"/>
            <a:ext cx="1410480" cy="41148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261" name="CustomShape 27"/>
          <p:cNvSpPr/>
          <p:nvPr/>
        </p:nvSpPr>
        <p:spPr>
          <a:xfrm>
            <a:off x="5894280" y="5023080"/>
            <a:ext cx="1410480" cy="41148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262" name="CustomShape 28"/>
          <p:cNvSpPr/>
          <p:nvPr/>
        </p:nvSpPr>
        <p:spPr>
          <a:xfrm>
            <a:off x="6599880" y="4676040"/>
            <a:ext cx="360" cy="345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3" name="Line 29"/>
          <p:cNvSpPr/>
          <p:nvPr/>
        </p:nvSpPr>
        <p:spPr>
          <a:xfrm>
            <a:off x="5443200" y="3642120"/>
            <a:ext cx="360" cy="158688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4" name="Line 30"/>
          <p:cNvSpPr/>
          <p:nvPr/>
        </p:nvSpPr>
        <p:spPr>
          <a:xfrm>
            <a:off x="5443200" y="5229000"/>
            <a:ext cx="45072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5" name="Line 31"/>
          <p:cNvSpPr/>
          <p:nvPr/>
        </p:nvSpPr>
        <p:spPr>
          <a:xfrm>
            <a:off x="6618240" y="5703480"/>
            <a:ext cx="142236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9"/>
          <p:cNvSpPr/>
          <p:nvPr/>
        </p:nvSpPr>
        <p:spPr>
          <a:xfrm>
            <a:off x="8397720" y="6551640"/>
            <a:ext cx="74520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5" name="CustomShape 10"/>
          <p:cNvSpPr/>
          <p:nvPr/>
        </p:nvSpPr>
        <p:spPr>
          <a:xfrm>
            <a:off x="3720960" y="6551640"/>
            <a:ext cx="171396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Courier New" panose="02070309020205020404"/>
                <a:ea typeface="黑体" panose="02010609060101010101" charset="-122"/>
              </a:rPr>
              <a:t>高级语言C++程序设计</a:t>
            </a:r>
            <a:endParaRPr lang="en-US" sz="1200" b="0" strike="noStrike" spc="-1">
              <a:latin typeface="Arial" panose="020B0604020202020204" pitchFamily="34" charset="0"/>
            </a:endParaRPr>
          </a:p>
        </p:txBody>
      </p:sp>
      <p:sp>
        <p:nvSpPr>
          <p:cNvPr id="276" name="CustomShape 11"/>
          <p:cNvSpPr/>
          <p:nvPr/>
        </p:nvSpPr>
        <p:spPr>
          <a:xfrm>
            <a:off x="6500880" y="6551640"/>
            <a:ext cx="149904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7" name="CustomShape 12"/>
          <p:cNvSpPr/>
          <p:nvPr/>
        </p:nvSpPr>
        <p:spPr>
          <a:xfrm>
            <a:off x="4373280" y="324432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78" name="CustomShape 13"/>
          <p:cNvSpPr/>
          <p:nvPr/>
        </p:nvSpPr>
        <p:spPr>
          <a:xfrm>
            <a:off x="4373280" y="324432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79" name="CustomShape 14"/>
          <p:cNvSpPr/>
          <p:nvPr/>
        </p:nvSpPr>
        <p:spPr>
          <a:xfrm>
            <a:off x="0" y="992160"/>
            <a:ext cx="9142920" cy="5451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742950" lvl="1" indent="-284480">
              <a:lnSpc>
                <a:spcPct val="100000"/>
              </a:lnSpc>
              <a:spcBef>
                <a:spcPts val="720"/>
              </a:spcBef>
              <a:buClr>
                <a:srgbClr val="820064"/>
              </a:buClr>
              <a:buFont typeface="Wingdings" panose="05000000000000000000" pitchFamily="2" charset="2"/>
              <a:buChar char=""/>
            </a:pPr>
            <a:r>
              <a:rPr lang="en-US" sz="36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en-US" sz="3600" b="1" strike="noStrike" spc="-1" dirty="0" err="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for循环举例</a:t>
            </a:r>
            <a:endParaRPr lang="en-US" sz="36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int sum = 0； 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for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( int </a:t>
            </a:r>
            <a:r>
              <a:rPr lang="en-US" sz="2400" b="1" strike="noStrike" spc="-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i</a:t>
            </a:r>
            <a:r>
              <a:rPr lang="en-US" sz="2400" b="1" strike="noStrike" spc="-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 = 0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; </a:t>
            </a:r>
            <a:r>
              <a:rPr lang="en-US" sz="2400" b="1" strike="noStrike" spc="-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i</a:t>
            </a:r>
            <a:r>
              <a:rPr lang="en-US" sz="2400" b="1" strike="noStrike" spc="-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en-US" sz="2400" b="1" strike="noStrike" spc="-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黑体" panose="02010609060101010101" charset="-122"/>
              </a:rPr>
              <a:t>&lt;</a:t>
            </a:r>
            <a:r>
              <a:rPr lang="en-US" sz="2400" b="1" strike="noStrike" spc="-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 10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; </a:t>
            </a:r>
            <a:r>
              <a:rPr lang="en-US" sz="2400" b="1" strike="noStrike" spc="-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i</a:t>
            </a:r>
            <a:r>
              <a:rPr lang="en-US" sz="2400" b="1" strike="noStrike" spc="-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++ 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)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{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</a:t>
            </a:r>
            <a:r>
              <a:rPr lang="en-US" sz="2400" b="1" strike="noStrike" spc="-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cout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&lt;&lt;</a:t>
            </a:r>
            <a:r>
              <a:rPr lang="en-US" sz="2400" b="1" strike="noStrike" spc="-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i+1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&lt;&lt;</a:t>
            </a:r>
            <a:r>
              <a:rPr lang="en-US" sz="2400" b="1" strike="noStrike" spc="-1" dirty="0" err="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endl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;   //输出1到10这十个数。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sum += </a:t>
            </a:r>
            <a:r>
              <a:rPr lang="en-US" sz="2400" b="1" strike="noStrike" spc="-1" dirty="0" err="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i</a:t>
            </a: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；               //</a:t>
            </a:r>
            <a:r>
              <a:rPr lang="en-US" sz="2400" b="1" strike="noStrike" spc="-1" dirty="0" err="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求和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}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 err="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建议：初学时候每一</a:t>
            </a:r>
            <a:r>
              <a:rPr lang="zh-CN" altLang="en-US" sz="18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次</a:t>
            </a:r>
            <a:r>
              <a:rPr lang="en-US" sz="18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循环用笔记录一下</a:t>
            </a:r>
            <a:endParaRPr lang="en-US" sz="18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 err="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eg</a:t>
            </a:r>
            <a:r>
              <a:rPr lang="en-US" sz="18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： 第1趟循环，i=0，判断i&lt;10。满足，进入循环，输出i+1=1，sum=0+1=1；</a:t>
            </a:r>
            <a:endParaRPr lang="en-US" sz="18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  </a:t>
            </a:r>
            <a:r>
              <a:rPr lang="en-US" sz="1800" b="1" strike="noStrike" spc="-1" dirty="0" err="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i</a:t>
            </a:r>
            <a:r>
              <a:rPr lang="en-US" sz="18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=i+1=2;         </a:t>
            </a:r>
            <a:endParaRPr lang="en-US" sz="18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 第2趟循环，i=1，判断i&lt;10。满足，进入循环，输出i+1=2，sum=1+2=3；</a:t>
            </a:r>
            <a:endParaRPr lang="en-US" sz="18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360"/>
              </a:spcBef>
            </a:pPr>
            <a:r>
              <a:rPr lang="en-US" sz="18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1800" b="1" strike="noStrike" spc="-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直到</a:t>
            </a:r>
            <a:r>
              <a:rPr lang="en-US" sz="1800" b="1" strike="noStrike" spc="-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en-US" sz="1800" b="1" strike="noStrike" spc="-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i</a:t>
            </a:r>
            <a:r>
              <a:rPr lang="en-US" sz="1800" b="1" strike="noStrike" spc="-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=10，判断i&lt;10。不满足，结束循环。</a:t>
            </a:r>
            <a:endParaRPr lang="en-US" sz="18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360"/>
              </a:spcBef>
            </a:pPr>
            <a:endParaRPr lang="en-US" sz="18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1800" b="0" strike="noStrike" spc="-1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936000"/>
            <a:ext cx="9142920" cy="5713920"/>
          </a:xfrm>
          <a:prstGeom prst="rect">
            <a:avLst/>
          </a:prstGeom>
          <a:ln w="9360">
            <a:noFill/>
          </a:ln>
        </p:spPr>
      </p:pic>
      <p:sp>
        <p:nvSpPr>
          <p:cNvPr id="94" name="CustomShape 1"/>
          <p:cNvSpPr/>
          <p:nvPr/>
        </p:nvSpPr>
        <p:spPr>
          <a:xfrm>
            <a:off x="714240" y="2000160"/>
            <a:ext cx="7714080" cy="1927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altLang="zh-CN" sz="7200" b="0" strike="noStrike" spc="-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While</a:t>
            </a:r>
            <a:r>
              <a:rPr lang="zh-CN" altLang="en-US" sz="7200" b="0" strike="noStrike" spc="-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循环</a:t>
            </a:r>
            <a:endParaRPr lang="zh-CN" altLang="en-US" sz="7200" b="0" strike="noStrike" spc="-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14240" y="4509000"/>
            <a:ext cx="7714080" cy="1419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endParaRPr lang="en-US" sz="3200" b="0" strike="noStrike" spc="-1" dirty="0">
              <a:latin typeface="Arial" panose="020B0604020202020204" pitchFamily="34" charset="0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5739480" y="895320"/>
            <a:ext cx="3312360" cy="8211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高级语言</a:t>
            </a:r>
            <a:r>
              <a:rPr lang="en-US" sz="2400" b="1" strike="noStrike" spc="-1">
                <a:solidFill>
                  <a:srgbClr val="FFFFFF"/>
                </a:solidFill>
                <a:latin typeface="Courier New" panose="02070309020205020404"/>
                <a:ea typeface="华文琥珀" panose="02010800040101010101" charset="-122"/>
              </a:rPr>
              <a:t>C++</a:t>
            </a: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程序设计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实验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7604280" y="6031080"/>
            <a:ext cx="1395000" cy="381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20000"/>
              </a:lnSpc>
            </a:pPr>
            <a:endParaRPr lang="en-US" sz="1600" b="0" strike="noStrike" spc="-1">
              <a:latin typeface="Arial" panose="020B0604020202020204" pitchFamily="34" charset="0"/>
            </a:endParaRPr>
          </a:p>
        </p:txBody>
      </p:sp>
      <p:pic>
        <p:nvPicPr>
          <p:cNvPr id="98" name="图片 12"/>
          <p:cNvPicPr/>
          <p:nvPr/>
        </p:nvPicPr>
        <p:blipFill>
          <a:blip r:embed="rId2"/>
          <a:stretch>
            <a:fillRect/>
          </a:stretch>
        </p:blipFill>
        <p:spPr>
          <a:xfrm>
            <a:off x="7598160" y="5666400"/>
            <a:ext cx="1462680" cy="363960"/>
          </a:xfrm>
          <a:prstGeom prst="rect">
            <a:avLst/>
          </a:prstGeom>
          <a:ln w="9360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9"/>
          <p:cNvSpPr/>
          <p:nvPr/>
        </p:nvSpPr>
        <p:spPr>
          <a:xfrm>
            <a:off x="8397720" y="6551640"/>
            <a:ext cx="74520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9" name="CustomShape 10"/>
          <p:cNvSpPr/>
          <p:nvPr/>
        </p:nvSpPr>
        <p:spPr>
          <a:xfrm>
            <a:off x="3720960" y="6551640"/>
            <a:ext cx="171396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Courier New" panose="02070309020205020404"/>
                <a:ea typeface="黑体" panose="02010609060101010101" charset="-122"/>
              </a:rPr>
              <a:t>高级语言C++程序设计</a:t>
            </a:r>
            <a:endParaRPr lang="en-US" sz="1200" b="0" strike="noStrike" spc="-1">
              <a:latin typeface="Arial" panose="020B0604020202020204" pitchFamily="34" charset="0"/>
            </a:endParaRPr>
          </a:p>
        </p:txBody>
      </p:sp>
      <p:sp>
        <p:nvSpPr>
          <p:cNvPr id="290" name="CustomShape 11"/>
          <p:cNvSpPr/>
          <p:nvPr/>
        </p:nvSpPr>
        <p:spPr>
          <a:xfrm>
            <a:off x="6500880" y="6551640"/>
            <a:ext cx="149904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1" name="CustomShape 12"/>
          <p:cNvSpPr/>
          <p:nvPr/>
        </p:nvSpPr>
        <p:spPr>
          <a:xfrm>
            <a:off x="4373280" y="324432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92" name="CustomShape 13"/>
          <p:cNvSpPr/>
          <p:nvPr/>
        </p:nvSpPr>
        <p:spPr>
          <a:xfrm>
            <a:off x="179640" y="1099080"/>
            <a:ext cx="8424000" cy="5028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742950" lvl="1" indent="-284480">
              <a:lnSpc>
                <a:spcPct val="100000"/>
              </a:lnSpc>
              <a:spcBef>
                <a:spcPts val="720"/>
              </a:spcBef>
              <a:buClr>
                <a:srgbClr val="820064"/>
              </a:buClr>
              <a:buFont typeface="Wingdings" panose="05000000000000000000" pitchFamily="2" charset="2"/>
              <a:buChar char=""/>
            </a:pPr>
            <a:r>
              <a:rPr lang="en-US" sz="36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while/do-while循环</a:t>
            </a:r>
            <a:endParaRPr lang="en-US" sz="36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 while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(&lt;表达式E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&gt;)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{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&lt;语句序列S&gt; 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}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80068"/>
                </a:solidFill>
                <a:latin typeface="Arial" panose="020B0604020202020204" pitchFamily="34" charset="0"/>
                <a:ea typeface="黑体" panose="02010609060101010101" charset="-122"/>
              </a:rPr>
              <a:t>--------------------------------------------------------------------------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  do 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{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     &lt;语句序列S&gt; 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lang="en-US" sz="2400" b="1" strike="noStrike" spc="-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}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  while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(&lt;表达式E</a:t>
            </a:r>
            <a:r>
              <a:rPr lang="en-US" sz="2400" b="1" strike="noStrike" spc="-1" baseline="-2500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en-US" sz="2400" b="1" strike="noStrike" spc="-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&gt;)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293" name="CustomShape 14"/>
          <p:cNvSpPr/>
          <p:nvPr/>
        </p:nvSpPr>
        <p:spPr>
          <a:xfrm>
            <a:off x="6351480" y="258228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94" name="CustomShape 15"/>
          <p:cNvSpPr/>
          <p:nvPr/>
        </p:nvSpPr>
        <p:spPr>
          <a:xfrm flipH="1">
            <a:off x="6129000" y="1700640"/>
            <a:ext cx="3960" cy="344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5" name="Line 16"/>
          <p:cNvSpPr/>
          <p:nvPr/>
        </p:nvSpPr>
        <p:spPr>
          <a:xfrm>
            <a:off x="6597720" y="2241720"/>
            <a:ext cx="24840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6" name="CustomShape 17"/>
          <p:cNvSpPr/>
          <p:nvPr/>
        </p:nvSpPr>
        <p:spPr>
          <a:xfrm>
            <a:off x="5802840" y="2709720"/>
            <a:ext cx="664200" cy="31896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endParaRPr lang="en-US" sz="1600" b="0" strike="noStrike" spc="-1">
              <a:latin typeface="Arial" panose="020B0604020202020204" pitchFamily="34" charset="0"/>
            </a:endParaRPr>
          </a:p>
        </p:txBody>
      </p:sp>
      <p:sp>
        <p:nvSpPr>
          <p:cNvPr id="297" name="CustomShape 18"/>
          <p:cNvSpPr/>
          <p:nvPr/>
        </p:nvSpPr>
        <p:spPr>
          <a:xfrm flipH="1">
            <a:off x="6133680" y="2405160"/>
            <a:ext cx="360" cy="303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8" name="CustomShape 19"/>
          <p:cNvSpPr/>
          <p:nvPr/>
        </p:nvSpPr>
        <p:spPr>
          <a:xfrm>
            <a:off x="5663160" y="2043360"/>
            <a:ext cx="933840" cy="390240"/>
          </a:xfrm>
          <a:prstGeom prst="diamond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299" name="Line 20"/>
          <p:cNvSpPr/>
          <p:nvPr/>
        </p:nvSpPr>
        <p:spPr>
          <a:xfrm>
            <a:off x="6135480" y="3140640"/>
            <a:ext cx="72684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0" name="Line 21"/>
          <p:cNvSpPr/>
          <p:nvPr/>
        </p:nvSpPr>
        <p:spPr>
          <a:xfrm>
            <a:off x="6846120" y="2241720"/>
            <a:ext cx="360" cy="89892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1" name="Line 22"/>
          <p:cNvSpPr/>
          <p:nvPr/>
        </p:nvSpPr>
        <p:spPr>
          <a:xfrm>
            <a:off x="5431320" y="2869560"/>
            <a:ext cx="38844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2" name="Line 23"/>
          <p:cNvSpPr/>
          <p:nvPr/>
        </p:nvSpPr>
        <p:spPr>
          <a:xfrm>
            <a:off x="5431320" y="2238840"/>
            <a:ext cx="360" cy="63072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3" name="CustomShape 24"/>
          <p:cNvSpPr/>
          <p:nvPr/>
        </p:nvSpPr>
        <p:spPr>
          <a:xfrm flipV="1">
            <a:off x="5431680" y="2237760"/>
            <a:ext cx="2304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4" name="CustomShape 25"/>
          <p:cNvSpPr/>
          <p:nvPr/>
        </p:nvSpPr>
        <p:spPr>
          <a:xfrm>
            <a:off x="6525000" y="1947960"/>
            <a:ext cx="63612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False</a:t>
            </a:r>
            <a:endParaRPr lang="en-US" sz="1400" b="0" strike="noStrike" spc="-1">
              <a:latin typeface="Arial" panose="020B0604020202020204" pitchFamily="34" charset="0"/>
            </a:endParaRPr>
          </a:p>
        </p:txBody>
      </p:sp>
      <p:sp>
        <p:nvSpPr>
          <p:cNvPr id="305" name="CustomShape 26"/>
          <p:cNvSpPr/>
          <p:nvPr/>
        </p:nvSpPr>
        <p:spPr>
          <a:xfrm>
            <a:off x="6153840" y="2399760"/>
            <a:ext cx="55692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True</a:t>
            </a:r>
            <a:endParaRPr lang="en-US" sz="1400" b="0" strike="noStrike" spc="-1">
              <a:latin typeface="Arial" panose="020B0604020202020204" pitchFamily="34" charset="0"/>
            </a:endParaRPr>
          </a:p>
        </p:txBody>
      </p:sp>
      <p:sp>
        <p:nvSpPr>
          <p:cNvPr id="306" name="CustomShape 27"/>
          <p:cNvSpPr/>
          <p:nvPr/>
        </p:nvSpPr>
        <p:spPr>
          <a:xfrm flipH="1">
            <a:off x="6145200" y="3153240"/>
            <a:ext cx="3960" cy="274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7" name="CustomShape 28"/>
          <p:cNvSpPr/>
          <p:nvPr/>
        </p:nvSpPr>
        <p:spPr>
          <a:xfrm>
            <a:off x="6414120" y="503064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308" name="CustomShape 29"/>
          <p:cNvSpPr/>
          <p:nvPr/>
        </p:nvSpPr>
        <p:spPr>
          <a:xfrm flipH="1">
            <a:off x="6210360" y="4185000"/>
            <a:ext cx="3960" cy="344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9" name="CustomShape 30"/>
          <p:cNvSpPr/>
          <p:nvPr/>
        </p:nvSpPr>
        <p:spPr>
          <a:xfrm>
            <a:off x="5882760" y="4530240"/>
            <a:ext cx="664200" cy="318960"/>
          </a:xfrm>
          <a:prstGeom prst="rect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endParaRPr lang="en-US" sz="1600" b="0" strike="noStrike" spc="-1">
              <a:latin typeface="Arial" panose="020B0604020202020204" pitchFamily="34" charset="0"/>
            </a:endParaRPr>
          </a:p>
        </p:txBody>
      </p:sp>
      <p:sp>
        <p:nvSpPr>
          <p:cNvPr id="310" name="CustomShape 31"/>
          <p:cNvSpPr/>
          <p:nvPr/>
        </p:nvSpPr>
        <p:spPr>
          <a:xfrm flipH="1">
            <a:off x="6216480" y="4851000"/>
            <a:ext cx="360" cy="303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1" name="CustomShape 32"/>
          <p:cNvSpPr/>
          <p:nvPr/>
        </p:nvSpPr>
        <p:spPr>
          <a:xfrm>
            <a:off x="5751000" y="5122440"/>
            <a:ext cx="933840" cy="390240"/>
          </a:xfrm>
          <a:prstGeom prst="diamond">
            <a:avLst/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312" name="Line 33"/>
          <p:cNvSpPr/>
          <p:nvPr/>
        </p:nvSpPr>
        <p:spPr>
          <a:xfrm>
            <a:off x="5493960" y="5317920"/>
            <a:ext cx="257040" cy="36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3" name="Line 34"/>
          <p:cNvSpPr/>
          <p:nvPr/>
        </p:nvSpPr>
        <p:spPr>
          <a:xfrm>
            <a:off x="5493960" y="4687200"/>
            <a:ext cx="360" cy="630720"/>
          </a:xfrm>
          <a:prstGeom prst="line">
            <a:avLst/>
          </a:prstGeom>
          <a:ln w="38160">
            <a:solidFill>
              <a:srgbClr val="84006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4" name="CustomShape 35"/>
          <p:cNvSpPr/>
          <p:nvPr/>
        </p:nvSpPr>
        <p:spPr>
          <a:xfrm flipV="1">
            <a:off x="5494320" y="4703040"/>
            <a:ext cx="3873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5" name="CustomShape 36"/>
          <p:cNvSpPr/>
          <p:nvPr/>
        </p:nvSpPr>
        <p:spPr>
          <a:xfrm>
            <a:off x="6243120" y="5513760"/>
            <a:ext cx="63612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False</a:t>
            </a:r>
            <a:endParaRPr lang="en-US" sz="1400" b="0" strike="noStrike" spc="-1">
              <a:latin typeface="Arial" panose="020B0604020202020204" pitchFamily="34" charset="0"/>
            </a:endParaRPr>
          </a:p>
        </p:txBody>
      </p:sp>
      <p:sp>
        <p:nvSpPr>
          <p:cNvPr id="316" name="CustomShape 37"/>
          <p:cNvSpPr/>
          <p:nvPr/>
        </p:nvSpPr>
        <p:spPr>
          <a:xfrm>
            <a:off x="5438160" y="5023440"/>
            <a:ext cx="55692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88006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True</a:t>
            </a:r>
            <a:endParaRPr lang="en-US" sz="1400" b="0" strike="noStrike" spc="-1">
              <a:latin typeface="Arial" panose="020B0604020202020204" pitchFamily="34" charset="0"/>
            </a:endParaRPr>
          </a:p>
        </p:txBody>
      </p:sp>
      <p:sp>
        <p:nvSpPr>
          <p:cNvPr id="317" name="CustomShape 38"/>
          <p:cNvSpPr/>
          <p:nvPr/>
        </p:nvSpPr>
        <p:spPr>
          <a:xfrm flipH="1">
            <a:off x="6207840" y="5513760"/>
            <a:ext cx="8280" cy="362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840065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936000"/>
            <a:ext cx="9142920" cy="5713920"/>
          </a:xfrm>
          <a:prstGeom prst="rect">
            <a:avLst/>
          </a:prstGeom>
          <a:ln w="9360">
            <a:noFill/>
          </a:ln>
        </p:spPr>
      </p:pic>
      <p:sp>
        <p:nvSpPr>
          <p:cNvPr id="94" name="CustomShape 1"/>
          <p:cNvSpPr/>
          <p:nvPr/>
        </p:nvSpPr>
        <p:spPr>
          <a:xfrm>
            <a:off x="714240" y="2000160"/>
            <a:ext cx="7714080" cy="1927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altLang="zh-CN" sz="7200" b="0" strike="noStrike" spc="-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Break</a:t>
            </a:r>
            <a:r>
              <a:rPr lang="zh-CN" altLang="en-US" sz="7200" b="0" strike="noStrike" spc="-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和</a:t>
            </a:r>
            <a:r>
              <a:rPr lang="en-US" altLang="zh-CN" sz="7200" b="0" strike="noStrike" spc="-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Continue</a:t>
            </a:r>
            <a:endParaRPr lang="en-US" altLang="zh-CN" sz="7200" b="0" strike="noStrike" spc="-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14240" y="4509000"/>
            <a:ext cx="7714080" cy="1419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 dirty="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endParaRPr lang="en-US" sz="3200" b="0" strike="noStrike" spc="-1" dirty="0">
              <a:latin typeface="Arial" panose="020B0604020202020204" pitchFamily="34" charset="0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5739480" y="895320"/>
            <a:ext cx="3312360" cy="8211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高级语言</a:t>
            </a:r>
            <a:r>
              <a:rPr lang="en-US" sz="2400" b="1" strike="noStrike" spc="-1">
                <a:solidFill>
                  <a:srgbClr val="FFFFFF"/>
                </a:solidFill>
                <a:latin typeface="Courier New" panose="02070309020205020404"/>
                <a:ea typeface="华文琥珀" panose="02010800040101010101" charset="-122"/>
              </a:rPr>
              <a:t>C++</a:t>
            </a: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程序设计</a:t>
            </a:r>
            <a:endParaRPr lang="en-US" sz="2400" b="0" strike="noStrike" spc="-1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</a:rPr>
              <a:t>实验</a:t>
            </a:r>
            <a:endParaRPr lang="en-US" sz="2400" b="0" strike="noStrike" spc="-1">
              <a:latin typeface="Arial" panose="020B0604020202020204" pitchFamily="34" charset="0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7604280" y="6031080"/>
            <a:ext cx="1395000" cy="381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20000"/>
              </a:lnSpc>
            </a:pPr>
            <a:endParaRPr lang="en-US" sz="1600" b="0" strike="noStrike" spc="-1">
              <a:latin typeface="Arial" panose="020B0604020202020204" pitchFamily="34" charset="0"/>
            </a:endParaRPr>
          </a:p>
        </p:txBody>
      </p:sp>
      <p:pic>
        <p:nvPicPr>
          <p:cNvPr id="98" name="图片 12"/>
          <p:cNvPicPr/>
          <p:nvPr/>
        </p:nvPicPr>
        <p:blipFill>
          <a:blip r:embed="rId2"/>
          <a:stretch>
            <a:fillRect/>
          </a:stretch>
        </p:blipFill>
        <p:spPr>
          <a:xfrm>
            <a:off x="7598160" y="5666400"/>
            <a:ext cx="1462680" cy="363960"/>
          </a:xfrm>
          <a:prstGeom prst="rect">
            <a:avLst/>
          </a:prstGeom>
          <a:ln w="9360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9"/>
          <p:cNvSpPr/>
          <p:nvPr/>
        </p:nvSpPr>
        <p:spPr>
          <a:xfrm>
            <a:off x="8397720" y="6551640"/>
            <a:ext cx="74520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10"/>
          <p:cNvSpPr/>
          <p:nvPr/>
        </p:nvSpPr>
        <p:spPr>
          <a:xfrm>
            <a:off x="3720960" y="6551640"/>
            <a:ext cx="171396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Courier New" panose="02070309020205020404"/>
                <a:ea typeface="黑体" panose="02010609060101010101" charset="-122"/>
              </a:rPr>
              <a:t>高级语言C++程序设计</a:t>
            </a:r>
            <a:endParaRPr lang="en-US" sz="1200" b="0" strike="noStrike" spc="-1">
              <a:latin typeface="Arial" panose="020B0604020202020204" pitchFamily="34" charset="0"/>
            </a:endParaRPr>
          </a:p>
        </p:txBody>
      </p:sp>
      <p:sp>
        <p:nvSpPr>
          <p:cNvPr id="328" name="CustomShape 11"/>
          <p:cNvSpPr/>
          <p:nvPr/>
        </p:nvSpPr>
        <p:spPr>
          <a:xfrm>
            <a:off x="6500880" y="6551640"/>
            <a:ext cx="1499040" cy="30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CustomShape 12"/>
          <p:cNvSpPr/>
          <p:nvPr/>
        </p:nvSpPr>
        <p:spPr>
          <a:xfrm>
            <a:off x="4373280" y="3244320"/>
            <a:ext cx="3967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Courier New" panose="02070309020205020404"/>
                <a:ea typeface="宋体" panose="02010600030101010101" pitchFamily="2" charset="-122"/>
              </a:rPr>
              <a:t>■</a:t>
            </a:r>
            <a:endParaRPr lang="en-US" sz="1800" b="0" strike="noStrike" spc="-1">
              <a:latin typeface="Arial" panose="020B0604020202020204" pitchFamily="34" charset="0"/>
            </a:endParaRPr>
          </a:p>
        </p:txBody>
      </p:sp>
      <p:sp>
        <p:nvSpPr>
          <p:cNvPr id="330" name="CustomShape 13"/>
          <p:cNvSpPr/>
          <p:nvPr/>
        </p:nvSpPr>
        <p:spPr>
          <a:xfrm>
            <a:off x="323640" y="1196639"/>
            <a:ext cx="8352000" cy="492007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742950" lvl="1" indent="-284480">
              <a:lnSpc>
                <a:spcPct val="100000"/>
              </a:lnSpc>
              <a:spcBef>
                <a:spcPts val="720"/>
              </a:spcBef>
              <a:buClr>
                <a:srgbClr val="820064"/>
              </a:buClr>
              <a:buFont typeface="Wingdings" panose="05000000000000000000" pitchFamily="2" charset="2"/>
              <a:buChar char=""/>
            </a:pPr>
            <a:r>
              <a:rPr lang="en-US" sz="3600" b="1" strike="noStrike" spc="-1" dirty="0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en-US" sz="3600" b="1" strike="noStrike" spc="-1" dirty="0" err="1">
                <a:solidFill>
                  <a:srgbClr val="820064"/>
                </a:solidFill>
                <a:latin typeface="Arial" panose="020B0604020202020204" pitchFamily="34" charset="0"/>
                <a:ea typeface="黑体" panose="02010609060101010101" charset="-122"/>
              </a:rPr>
              <a:t>break和continue的用法</a:t>
            </a:r>
            <a:endParaRPr lang="en-US" sz="36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2400" b="1" strike="noStrike" spc="-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break: </a:t>
            </a:r>
            <a:endParaRPr lang="en-US" sz="2400" b="1" strike="noStrike" spc="-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altLang="zh-CN" sz="2400" b="1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	</a:t>
            </a:r>
            <a:r>
              <a:rPr lang="zh-CN" alt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流程跳转到</a:t>
            </a:r>
            <a:r>
              <a:rPr lang="zh-CN" altLang="en-US" sz="2400" b="1" u="sng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循环或分支语句</a:t>
            </a:r>
            <a:r>
              <a:rPr lang="zh-CN" alt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出口，结束该语句；</a:t>
            </a:r>
            <a:endParaRPr lang="en-US" altLang="zh-CN" sz="2400" b="1" strike="noStrike" spc="-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880068"/>
                </a:solidFill>
                <a:latin typeface="Arial" panose="020B0604020202020204" pitchFamily="34" charset="0"/>
                <a:ea typeface="黑体" panose="02010609060101010101" charset="-122"/>
              </a:rPr>
              <a:t>--------------------------------------------------------------------------</a:t>
            </a:r>
            <a:endParaRPr lang="en-US" sz="2400" b="0" strike="noStrike" spc="-1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endParaRPr lang="en-US" sz="2400" b="1" strike="noStrike" spc="-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continue：</a:t>
            </a:r>
            <a:endParaRPr lang="en-US" sz="2400" b="1" strike="noStrike" spc="-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>
              <a:lnSpc>
                <a:spcPct val="100000"/>
              </a:lnSpc>
              <a:spcBef>
                <a:spcPts val="480"/>
              </a:spcBef>
            </a:pPr>
            <a:r>
              <a:rPr lang="en-US" altLang="zh-CN" sz="2400" b="1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	</a:t>
            </a:r>
            <a:r>
              <a:rPr lang="zh-CN" alt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流程跳转到</a:t>
            </a:r>
            <a:r>
              <a:rPr lang="zh-CN" altLang="en-US" sz="2400" b="1" u="sng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循环体</a:t>
            </a:r>
            <a:r>
              <a:rPr lang="zh-CN" altLang="en-US" sz="2400" b="1" strike="noStrike" spc="-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出口点，结束当前循环。</a:t>
            </a:r>
            <a:endParaRPr lang="en-US" sz="2400" b="0" strike="noStrike" spc="-1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2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857160"/>
            <a:ext cx="9142920" cy="5713920"/>
          </a:xfrm>
          <a:prstGeom prst="rect">
            <a:avLst/>
          </a:prstGeom>
          <a:ln w="9360">
            <a:noFill/>
          </a:ln>
        </p:spPr>
      </p:pic>
      <p:sp>
        <p:nvSpPr>
          <p:cNvPr id="18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6000" strike="noStrike"/>
              <a:t>谢谢！ </a:t>
            </a:r>
            <a:endParaRPr lang="en-US" sz="6000" strike="noStrike"/>
          </a:p>
        </p:txBody>
      </p:sp>
      <p:sp>
        <p:nvSpPr>
          <p:cNvPr id="21" name="年号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354902" y="1235250"/>
            <a:ext cx="2160000" cy="37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5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5"/>
  <p:tag name="KSO_WM_UNIT_SUBTYPE" val="g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  <p:tag name="KSO_WM_BEAUTIFY_FLAG" val="#wm#"/>
  <p:tag name="KSO_WM_UNIT_SUBTYPE" val="e"/>
  <p:tag name="KSO_WM_UNIT_PRESET_TEXT" val="年号占位符"/>
  <p:tag name="KSO_WM_UNIT_NOCLEAR" val="0"/>
  <p:tag name="KSO_WM_UNIT_VALUE" val="8"/>
  <p:tag name="KSO_WM_UNIT_TYPE" val="f"/>
  <p:tag name="KSO_WM_UNIT_INDEX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UNIT_TYPE" val="i"/>
  <p:tag name="KSO_WM_UNIT_INDEX" val="11"/>
</p:tagLst>
</file>

<file path=ppt/tags/tag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UNIT_TYPE" val="i"/>
  <p:tag name="KSO_WM_UNIT_INDEX" val="12"/>
</p:tagLst>
</file>

<file path=ppt/tags/tag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UNIT_TYPE" val="i"/>
  <p:tag name="KSO_WM_UNIT_INDEX" val="13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UNIT_TYPE" val="i"/>
  <p:tag name="KSO_WM_UNIT_INDEX" val="6"/>
</p:tagLst>
</file>

<file path=ppt/tags/tag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UNIT_TYPE" val="i"/>
  <p:tag name="KSO_WM_UNIT_INDEX" val="7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5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6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0"/>
  <p:tag name="KSO_WM_UNIT_TYPE" val="f"/>
  <p:tag name="KSO_WM_UNIT_INDEX" val="6"/>
  <p:tag name="KSO_WM_UNIT_SUBTYPE" val="g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3"/>
  <p:tag name="KSO_WM_UNIT_LAYERLEVEL" val="1"/>
  <p:tag name="KSO_WM_TAG_VERSION" val="3.0"/>
  <p:tag name="KSO_WM_BEAUTIFY_FLAG" val="#wm#"/>
  <p:tag name="KSO_WM_UNIT_SUBTYPE" val="e"/>
  <p:tag name="KSO_WM_UNIT_PRESET_TEXT" val="年号占位符"/>
  <p:tag name="KSO_WM_UNIT_NOCLEAR" val="0"/>
  <p:tag name="KSO_WM_UNIT_VALUE" val="8"/>
  <p:tag name="KSO_WM_UNIT_TYPE" val="f"/>
  <p:tag name="KSO_WM_UNIT_INDEX" val="3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5926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5926"/>
</p:tagLst>
</file>

<file path=ppt/tags/tag12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5926"/>
  <p:tag name="KSO_WM_TEMPLATE_THUMBS_INDEX" val="1、9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5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5"/>
  <p:tag name="KSO_WM_UNIT_SUBTYPE" val="g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  <p:tag name="KSO_WM_BEAUTIFY_FLAG" val="#wm#"/>
  <p:tag name="KSO_WM_UNIT_SUBTYPE" val="e"/>
  <p:tag name="KSO_WM_UNIT_PRESET_TEXT" val="年号占位符"/>
  <p:tag name="KSO_WM_UNIT_NOCLEAR" val="0"/>
  <p:tag name="KSO_WM_UNIT_VALUE" val="8"/>
  <p:tag name="KSO_WM_UNIT_TYPE" val="f"/>
  <p:tag name="KSO_WM_UNIT_INDEX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UNIT_TYPE" val="i"/>
  <p:tag name="KSO_WM_UNIT_INDEX" val="11"/>
</p:tagLst>
</file>

<file path=ppt/tags/tag1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UNIT_TYPE" val="i"/>
  <p:tag name="KSO_WM_UNIT_INDEX" val="12"/>
</p:tagLst>
</file>

<file path=ppt/tags/tag1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UNIT_TYPE" val="i"/>
  <p:tag name="KSO_WM_UNIT_INDEX" val="13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7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1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UNIT_TYPE" val="i"/>
  <p:tag name="KSO_WM_UNIT_INDEX" val="6"/>
</p:tagLst>
</file>

<file path=ppt/tags/tag1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UNIT_TYPE" val="i"/>
  <p:tag name="KSO_WM_UNIT_INDEX" val="7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8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6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0"/>
  <p:tag name="KSO_WM_UNIT_TYPE" val="f"/>
  <p:tag name="KSO_WM_UNIT_INDEX" val="6"/>
  <p:tag name="KSO_WM_UNIT_SUBTYPE" val="g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3"/>
  <p:tag name="KSO_WM_UNIT_LAYERLEVEL" val="1"/>
  <p:tag name="KSO_WM_TAG_VERSION" val="3.0"/>
  <p:tag name="KSO_WM_BEAUTIFY_FLAG" val="#wm#"/>
  <p:tag name="KSO_WM_UNIT_SUBTYPE" val="e"/>
  <p:tag name="KSO_WM_UNIT_PRESET_TEXT" val="年号占位符"/>
  <p:tag name="KSO_WM_UNIT_NOCLEAR" val="0"/>
  <p:tag name="KSO_WM_UNIT_VALUE" val="8"/>
  <p:tag name="KSO_WM_UNIT_TYPE" val="f"/>
  <p:tag name="KSO_WM_UNIT_INDEX" val="3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5926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5926"/>
</p:tagLst>
</file>

<file path=ppt/tags/tag25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5926"/>
  <p:tag name="KSO_WM_TEMPLATE_THUMBS_INDEX" val="1、9"/>
</p:tagLst>
</file>

<file path=ppt/tags/tag2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926_1*a*1"/>
  <p:tag name="KSO_WM_TEMPLATE_CATEGORY" val="custom"/>
  <p:tag name="KSO_WM_TEMPLATE_INDEX" val="20235926"/>
  <p:tag name="KSO_WM_UNIT_LAYERLEVEL" val="1"/>
  <p:tag name="KSO_WM_TAG_VERSION" val="3.0"/>
  <p:tag name="KSO_WM_BEAUTIFY_FLAG" val="#wm#"/>
  <p:tag name="KSO_WM_UNIT_PRESET_TEXT" val="单击此处&#10;添加文档标题"/>
  <p:tag name="KSO_WM_UNIT_TEXT_TYPE" val="1"/>
</p:tagLst>
</file>

<file path=ppt/tags/tag252.xml><?xml version="1.0" encoding="utf-8"?>
<p:tagLst xmlns:p="http://schemas.openxmlformats.org/presentationml/2006/main">
  <p:tag name="KSO_WM_UNIT_SUBTYPE" val="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5926_1*f*2"/>
  <p:tag name="KSO_WM_TEMPLATE_CATEGORY" val="custom"/>
  <p:tag name="KSO_WM_TEMPLATE_INDEX" val="20235926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5926_1*f*4"/>
  <p:tag name="KSO_WM_TEMPLATE_CATEGORY" val="custom"/>
  <p:tag name="KSO_WM_TEMPLATE_INDEX" val="20235926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SLIDE_ID" val="custom20235926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926"/>
  <p:tag name="KSO_WM_SLIDE_LAYOUT" val="a_b_f"/>
  <p:tag name="KSO_WM_SLIDE_LAYOUT_CNT" val="1_1_3"/>
  <p:tag name="KSO_WM_SLIDE_TYPE" val="title"/>
  <p:tag name="KSO_WM_SLIDE_SUBTYPE" val="pureTxt"/>
  <p:tag name="KSO_WM_TEMPLATE_THUMBS_INDEX" val="1、9"/>
  <p:tag name="KSO_WM_SLIDE_THEME_ID" val="3326721"/>
  <p:tag name="KSO_WM_SLIDE_THEME_NAME" val="紫色3D透明简约风主题"/>
</p:tagLst>
</file>

<file path=ppt/tags/tag2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3366"/>
  <p:tag name="KSO_WM_TEMPLATE_CATEGORY" val="custom"/>
  <p:tag name="KSO_WM_UNIT_PRESET_TEXT" val="标题"/>
  <p:tag name="KSO_WM_UNIT_VALUE" val="3"/>
</p:tagLst>
</file>

<file path=ppt/tags/tag256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3366"/>
  <p:tag name="KSO_WM_TEMPLATE_CATEGORY" val="custom"/>
  <p:tag name="KSO_WM_SLIDE_INDEX" val="4"/>
  <p:tag name="KSO_WM_SLIDE_ID" val="custom20233366_4"/>
  <p:tag name="KSO_WM_TEMPLATE_MASTER_TYPE" val="0"/>
  <p:tag name="KSO_WM_SLIDE_LAYOUT" val="a_l"/>
  <p:tag name="KSO_WM_SLIDE_LAYOUT_CNT" val="1_1"/>
  <p:tag name="KSO_WM_SLIDE_DIAGTYPE" val="l"/>
  <p:tag name="KSO_WM_SLIDE_THEME_ID" val="3326721"/>
  <p:tag name="KSO_WM_SLIDE_THEME_NAME" val="紫色3D透明简约风主题"/>
</p:tagLst>
</file>

<file path=ppt/tags/tag257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58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59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60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6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2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63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64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65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66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67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68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69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70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71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72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73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74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75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76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77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78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79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80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81.xml><?xml version="1.0" encoding="utf-8"?>
<p:tagLst xmlns:p="http://schemas.openxmlformats.org/presentationml/2006/main">
  <p:tag name="KSO_WM_SLIDE_THEME_ID" val="3326721"/>
  <p:tag name="KSO_WM_SLIDE_THEME_NAME" val="紫色3D透明简约风主题"/>
  <p:tag name="KSO_WM_SLIDE_TYPE" val="text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926_9*a*1"/>
  <p:tag name="KSO_WM_TEMPLATE_CATEGORY" val="custom"/>
  <p:tag name="KSO_WM_TEMPLATE_INDEX" val="2023592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926_9*f*2"/>
  <p:tag name="KSO_WM_TEMPLATE_CATEGORY" val="custom"/>
  <p:tag name="KSO_WM_TEMPLATE_INDEX" val="20235926"/>
  <p:tag name="KSO_WM_UNIT_LAYERLEVEL" val="1"/>
  <p:tag name="KSO_WM_TAG_VERSION" val="3.0"/>
  <p:tag name="KSO_WM_BEAUTIFY_FLAG" val="#wm#"/>
  <p:tag name="KSO_WM_UNIT_SUBTYPE" val="e"/>
  <p:tag name="KSO_WM_UNIT_NOCLEAR" val="0"/>
  <p:tag name="KSO_WM_UNIT_VALUE" val="8"/>
  <p:tag name="KSO_WM_UNIT_TYPE" val="f"/>
  <p:tag name="KSO_WM_UNIT_INDEX" val="2"/>
</p:tagLst>
</file>

<file path=ppt/tags/tag284.xml><?xml version="1.0" encoding="utf-8"?>
<p:tagLst xmlns:p="http://schemas.openxmlformats.org/presentationml/2006/main">
  <p:tag name="KSO_WM_SLIDE_ID" val="custom20235926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5926"/>
  <p:tag name="KSO_WM_SLIDE_TYPE" val="endPage"/>
  <p:tag name="KSO_WM_SLIDE_SUBTYPE" val="pureTxt"/>
  <p:tag name="KSO_WM_SLIDE_LAYOUT" val="a_b_f"/>
  <p:tag name="KSO_WM_SLIDE_LAYOUT_CNT" val="1_1_3"/>
  <p:tag name="KSO_WM_SLIDE_THEME_ID" val="3326721"/>
  <p:tag name="KSO_WM_SLIDE_THEME_NAME" val="紫色3D透明简约风主题"/>
</p:tagLst>
</file>

<file path=ppt/tags/tag285.xml><?xml version="1.0" encoding="utf-8"?>
<p:tagLst xmlns:p="http://schemas.openxmlformats.org/presentationml/2006/main"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​​">
  <a:themeElements>
    <a:clrScheme name="2024.3.11-2">
      <a:dk1>
        <a:srgbClr val="333333"/>
      </a:dk1>
      <a:lt1>
        <a:sysClr val="window" lastClr="FFFFFF"/>
      </a:lt1>
      <a:dk2>
        <a:srgbClr val="000000"/>
      </a:dk2>
      <a:lt2>
        <a:srgbClr val="FBFBFF"/>
      </a:lt2>
      <a:accent1>
        <a:srgbClr val="9061FF"/>
      </a:accent1>
      <a:accent2>
        <a:srgbClr val="4350FF"/>
      </a:accent2>
      <a:accent3>
        <a:srgbClr val="18ABFF"/>
      </a:accent3>
      <a:accent4>
        <a:srgbClr val="FF536C"/>
      </a:accent4>
      <a:accent5>
        <a:srgbClr val="EB9547"/>
      </a:accent5>
      <a:accent6>
        <a:srgbClr val="D16DFF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2024.3.11-2">
      <a:dk1>
        <a:srgbClr val="333333"/>
      </a:dk1>
      <a:lt1>
        <a:sysClr val="window" lastClr="FFFFFF"/>
      </a:lt1>
      <a:dk2>
        <a:srgbClr val="000000"/>
      </a:dk2>
      <a:lt2>
        <a:srgbClr val="FBFBFF"/>
      </a:lt2>
      <a:accent1>
        <a:srgbClr val="9061FF"/>
      </a:accent1>
      <a:accent2>
        <a:srgbClr val="4350FF"/>
      </a:accent2>
      <a:accent3>
        <a:srgbClr val="18ABFF"/>
      </a:accent3>
      <a:accent4>
        <a:srgbClr val="FF536C"/>
      </a:accent4>
      <a:accent5>
        <a:srgbClr val="EB9547"/>
      </a:accent5>
      <a:accent6>
        <a:srgbClr val="D16DFF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880068"/>
      </a:dk2>
      <a:lt2>
        <a:srgbClr val="F4E7ED"/>
      </a:lt2>
      <a:accent1>
        <a:srgbClr val="8800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880068"/>
      </a:hlink>
      <a:folHlink>
        <a:srgbClr val="B83D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3651</Words>
  <Application>WPS 演示</Application>
  <PresentationFormat>On-screen Show (4:3)</PresentationFormat>
  <Paragraphs>539</Paragraphs>
  <Slides>27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Arial</vt:lpstr>
      <vt:lpstr>宋体</vt:lpstr>
      <vt:lpstr>Wingdings</vt:lpstr>
      <vt:lpstr>Symbol</vt:lpstr>
      <vt:lpstr>Times New Roman</vt:lpstr>
      <vt:lpstr>黑体</vt:lpstr>
      <vt:lpstr>华文琥珀</vt:lpstr>
      <vt:lpstr>Courier New</vt:lpstr>
      <vt:lpstr>微软雅黑</vt:lpstr>
      <vt:lpstr>Arial Unicode MS</vt:lpstr>
      <vt:lpstr>DejaVu Sans</vt:lpstr>
      <vt:lpstr>Calibri</vt:lpstr>
      <vt:lpstr>Wingdings 2</vt:lpstr>
      <vt:lpstr>江城圆体 400W</vt:lpstr>
      <vt:lpstr>Wingdings</vt:lpstr>
      <vt:lpstr>Office 主题​​</vt:lpstr>
      <vt:lpstr>1_Office 主题​​</vt:lpstr>
      <vt:lpstr>及循环结构</vt:lpstr>
      <vt:lpstr>分支</vt:lpstr>
      <vt:lpstr>PowerPoint 演示文稿</vt:lpstr>
      <vt:lpstr>PowerPoint 演示文稿</vt:lpstr>
      <vt:lpstr>PowerPoint 演示文稿</vt:lpstr>
      <vt:lpstr>多重分支结构</vt:lpstr>
      <vt:lpstr>多重 if 结构</vt:lpstr>
      <vt:lpstr>多重 if 结构</vt:lpstr>
      <vt:lpstr>PowerPoint 演示文稿</vt:lpstr>
      <vt:lpstr>嵌套 if 结构</vt:lpstr>
      <vt:lpstr>嵌套 if 结构</vt:lpstr>
      <vt:lpstr>PowerPoint 演示文稿</vt:lpstr>
      <vt:lpstr>嵌套 if 结构</vt:lpstr>
      <vt:lpstr>PowerPoint 演示文稿</vt:lpstr>
      <vt:lpstr>PowerPoint 演示文稿</vt:lpstr>
      <vt:lpstr>switch 结构</vt:lpstr>
      <vt:lpstr>比较多重 if 和 switch 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DGLL</cp:lastModifiedBy>
  <cp:revision>45</cp:revision>
  <dcterms:created xsi:type="dcterms:W3CDTF">2023-10-16T16:26:00Z</dcterms:created>
  <dcterms:modified xsi:type="dcterms:W3CDTF">2024-10-17T17:31:41Z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全屏显示(4:3)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16</vt:i4>
  </property>
  <property fmtid="{D5CDD505-2E9C-101B-9397-08002B2CF9AE}" pid="12" name="KSOProductBuildVer">
    <vt:lpwstr>2052-12.1.0.17440</vt:lpwstr>
  </property>
  <property fmtid="{D5CDD505-2E9C-101B-9397-08002B2CF9AE}" pid="13" name="ICV">
    <vt:lpwstr>7506AEC306B948829DD38EF69317DBBD_13</vt:lpwstr>
  </property>
</Properties>
</file>