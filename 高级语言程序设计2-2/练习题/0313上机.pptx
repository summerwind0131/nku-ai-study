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1" r:id="rId4"/>
    <p:sldId id="260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上机课</a:t>
            </a:r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 sz="3200"/>
              <a:t>2025.3.13</a:t>
            </a:r>
            <a:endParaRPr lang="en-US" altLang="zh-CN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8355" y="969645"/>
            <a:ext cx="1076134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题目描述：</a:t>
            </a:r>
            <a:r>
              <a:rPr lang="zh-CN" altLang="en-US"/>
              <a:t>设计一个Distance基类，其中包括两个点的二维坐标，以及一个用来计算两点之间距离的纯虚函数。 设计两个派生自Distance的类ManhattanDistance和EuclideanDistance，分别计算两点之间的曼哈顿距离和欧几里得距离。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08355" y="2285365"/>
            <a:ext cx="102419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b="1"/>
              <a:t>输入：</a:t>
            </a:r>
            <a:r>
              <a:rPr lang="zh-CN" altLang="en-US"/>
              <a:t>输入4个int类型的数字，范围[8，40000]，分别为第一个点的x、y坐标和第二个点的x、y坐标。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08355" y="2793365"/>
            <a:ext cx="6126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b="1"/>
              <a:t>输出：</a:t>
            </a:r>
            <a:r>
              <a:rPr lang="zh-CN" altLang="en-US"/>
              <a:t>输出两个点之间的曼哈顿距离和欧几里得距离的平方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08355" y="3301365"/>
            <a:ext cx="19424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样例输入：</a:t>
            </a:r>
            <a:r>
              <a:rPr lang="en-US" altLang="zh-CN"/>
              <a:t>1 2 3 4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808355" y="3823335"/>
            <a:ext cx="16084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样例输出：</a:t>
            </a:r>
            <a:r>
              <a:rPr lang="en-US" altLang="zh-CN"/>
              <a:t>4 8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808355" y="429895"/>
            <a:ext cx="18395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题目一</a:t>
            </a:r>
            <a:r>
              <a:rPr lang="en-US" altLang="zh-CN" b="1"/>
              <a:t> </a:t>
            </a:r>
            <a:r>
              <a:rPr lang="zh-CN" altLang="en-US" b="1"/>
              <a:t>（</a:t>
            </a:r>
            <a:r>
              <a:rPr lang="en-US" altLang="zh-CN" b="1"/>
              <a:t>1058</a:t>
            </a:r>
            <a:r>
              <a:rPr lang="zh-CN" altLang="en-US" b="1"/>
              <a:t>）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808355" y="4163060"/>
            <a:ext cx="1034986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b="1"/>
              <a:t>提示: </a:t>
            </a:r>
            <a:r>
              <a:rPr lang="zh-CN" altLang="en-US"/>
              <a:t>不需要实现循环输入;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要求使用基类指针动态联编的方式调用派生类的函数; 曼哈顿距离的公式为dis=|x1-x2|+|y1-y2|; 欧几里得距离即为常见的两点间距离</a:t>
            </a:r>
            <a:r>
              <a:rPr lang="zh-CN" altLang="en-US"/>
              <a:t>公式。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输出的末尾没有空格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8355" y="969645"/>
            <a:ext cx="107613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题目描述：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08355" y="429895"/>
            <a:ext cx="18395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题目二</a:t>
            </a:r>
            <a:r>
              <a:rPr lang="en-US" altLang="zh-CN" b="1"/>
              <a:t> </a:t>
            </a:r>
            <a:r>
              <a:rPr lang="zh-CN" altLang="en-US" b="1"/>
              <a:t>（</a:t>
            </a:r>
            <a:r>
              <a:rPr lang="en-US" altLang="zh-CN" b="1"/>
              <a:t>1104</a:t>
            </a:r>
            <a:r>
              <a:rPr lang="zh-CN" altLang="en-US" b="1"/>
              <a:t>）</a:t>
            </a:r>
            <a:endParaRPr lang="zh-CN" altLang="en-US" b="1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9805" y="1049655"/>
            <a:ext cx="7343775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8355" y="969645"/>
            <a:ext cx="107613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输入：</a:t>
            </a:r>
            <a:r>
              <a:rPr lang="zh-CN" altLang="en-US"/>
              <a:t>两个只包含字母的字符串</a:t>
            </a:r>
            <a:r>
              <a:rPr lang="en-US" altLang="zh-CN"/>
              <a:t>A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，空格分隔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08355" y="429895"/>
            <a:ext cx="18395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题目二</a:t>
            </a:r>
            <a:r>
              <a:rPr lang="en-US" altLang="zh-CN" b="1"/>
              <a:t> </a:t>
            </a:r>
            <a:r>
              <a:rPr lang="zh-CN" altLang="en-US" b="1"/>
              <a:t>（</a:t>
            </a:r>
            <a:r>
              <a:rPr lang="en-US" altLang="zh-CN" b="1"/>
              <a:t>1104</a:t>
            </a:r>
            <a:r>
              <a:rPr lang="zh-CN" altLang="en-US" b="1"/>
              <a:t>）</a:t>
            </a:r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808355" y="1579245"/>
            <a:ext cx="107613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输出：</a:t>
            </a:r>
            <a:r>
              <a:rPr lang="zh-CN" altLang="en-US"/>
              <a:t>输出三行，分别是</a:t>
            </a:r>
            <a:r>
              <a:rPr lang="en-US" altLang="zh-CN"/>
              <a:t>A</a:t>
            </a:r>
            <a:r>
              <a:rPr lang="zh-CN" altLang="en-US"/>
              <a:t>的长度，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拼接后的结果，以及拼接后的长度。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08355" y="2271395"/>
            <a:ext cx="107613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样例输入：</a:t>
            </a:r>
            <a:r>
              <a:rPr lang="en-US" altLang="zh-CN" b="1"/>
              <a:t>abcd EFG</a:t>
            </a:r>
            <a:endParaRPr lang="en-US" altLang="zh-CN" b="1"/>
          </a:p>
        </p:txBody>
      </p:sp>
      <p:sp>
        <p:nvSpPr>
          <p:cNvPr id="5" name="文本框 4"/>
          <p:cNvSpPr txBox="1"/>
          <p:nvPr/>
        </p:nvSpPr>
        <p:spPr>
          <a:xfrm>
            <a:off x="808355" y="2963545"/>
            <a:ext cx="107613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样例输</a:t>
            </a:r>
            <a:r>
              <a:rPr lang="zh-CN" altLang="en-US" b="1"/>
              <a:t>出：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4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abcdEFG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7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8355" y="969645"/>
            <a:ext cx="10761345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题目描述：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编写一个类MyLine，要求如下:</a:t>
            </a:r>
            <a:endParaRPr lang="zh-CN" altLang="en-US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1.</a:t>
            </a:r>
            <a:r>
              <a:rPr lang="en-US" altLang="zh-CN"/>
              <a:t> </a:t>
            </a:r>
            <a:r>
              <a:rPr lang="zh-CN" altLang="en-US"/>
              <a:t>主要属性有e1,e2为端点，数据类型为Point</a:t>
            </a:r>
            <a:endParaRPr lang="zh-CN" altLang="en-US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2.</a:t>
            </a:r>
            <a:r>
              <a:rPr lang="en-US" altLang="zh-CN"/>
              <a:t> </a:t>
            </a:r>
            <a:r>
              <a:rPr lang="zh-CN" altLang="en-US"/>
              <a:t>编写构造函数，如 MyLine(Point p1,Point p2)</a:t>
            </a:r>
            <a:endParaRPr lang="zh-CN" altLang="en-US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3.</a:t>
            </a:r>
            <a:r>
              <a:rPr lang="en-US" altLang="zh-CN"/>
              <a:t> </a:t>
            </a:r>
            <a:r>
              <a:rPr lang="zh-CN" altLang="en-US"/>
              <a:t>编写成员函数，求线段的长度</a:t>
            </a:r>
            <a:endParaRPr lang="zh-CN" altLang="en-US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4.</a:t>
            </a:r>
            <a:r>
              <a:rPr lang="en-US" altLang="zh-CN"/>
              <a:t> </a:t>
            </a:r>
            <a:r>
              <a:rPr lang="zh-CN" altLang="en-US"/>
              <a:t>编写成员函数，判断线段是否与坐标轴相交(相交返回1，否则返回0)</a:t>
            </a:r>
            <a:endParaRPr lang="zh-CN" altLang="en-US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5. </a:t>
            </a:r>
            <a:r>
              <a:rPr lang="zh-CN" altLang="en-US"/>
              <a:t>编写友员函数，判断两条线段是否平行(平行返回1，否则返回0)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08355" y="429895"/>
            <a:ext cx="18395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题目三</a:t>
            </a:r>
            <a:r>
              <a:rPr lang="en-US" altLang="zh-CN" b="1"/>
              <a:t> </a:t>
            </a:r>
            <a:r>
              <a:rPr lang="zh-CN" altLang="en-US" b="1"/>
              <a:t>（</a:t>
            </a:r>
            <a:r>
              <a:rPr lang="en-US" altLang="zh-CN" b="1"/>
              <a:t>1153</a:t>
            </a:r>
            <a:r>
              <a:rPr lang="zh-CN" altLang="en-US" b="1"/>
              <a:t>）</a:t>
            </a:r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808355" y="4246245"/>
            <a:ext cx="107613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输入：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四个点e1，e2，e3与e4坐标(整数)</a:t>
            </a:r>
            <a:endParaRPr lang="zh-CN" altLang="en-US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第一行:e1横坐标&lt;空格&gt;e1纵坐标&lt;空格&gt;e2横坐标&lt;空格&gt;e2纵坐标</a:t>
            </a:r>
            <a:endParaRPr lang="zh-CN" altLang="en-US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第二行:e3横坐标&lt;空格&gt;e3纵坐标&lt;空格&gt;e4横坐标&lt;空格&gt;e4纵坐标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8355" y="969645"/>
            <a:ext cx="107613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输</a:t>
            </a:r>
            <a:r>
              <a:rPr lang="zh-CN" altLang="en-US" b="1"/>
              <a:t>出：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第一行:线段e1e2长度(保留两位小数)&lt;空格&gt;是否与坐标轴相交</a:t>
            </a:r>
            <a:endParaRPr lang="zh-CN" altLang="en-US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第二行:线段e3e4长度(保留两位小数)&lt;空格&gt;是否与坐标轴相交</a:t>
            </a:r>
            <a:endParaRPr lang="zh-CN" altLang="en-US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第三行:两条线段是否平行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08355" y="429895"/>
            <a:ext cx="18395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题目三</a:t>
            </a:r>
            <a:r>
              <a:rPr lang="en-US" altLang="zh-CN" b="1"/>
              <a:t> </a:t>
            </a:r>
            <a:r>
              <a:rPr lang="zh-CN" altLang="en-US" b="1"/>
              <a:t>（</a:t>
            </a:r>
            <a:r>
              <a:rPr lang="en-US" altLang="zh-CN" b="1"/>
              <a:t>1153</a:t>
            </a:r>
            <a:r>
              <a:rPr lang="zh-CN" altLang="en-US" b="1"/>
              <a:t>）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808355" y="2894330"/>
            <a:ext cx="1076134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样例输入：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1 1 2 2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-1 5 2 2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808355" y="4360545"/>
            <a:ext cx="107613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样例输</a:t>
            </a:r>
            <a:r>
              <a:rPr lang="zh-CN" altLang="en-US" b="1"/>
              <a:t>出：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1.41 0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4.24 1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0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8355" y="969645"/>
            <a:ext cx="107613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题目描述：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08355" y="429895"/>
            <a:ext cx="18395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题目四</a:t>
            </a:r>
            <a:r>
              <a:rPr lang="en-US" altLang="zh-CN" b="1"/>
              <a:t> </a:t>
            </a:r>
            <a:r>
              <a:rPr lang="zh-CN" altLang="en-US" b="1"/>
              <a:t>（</a:t>
            </a:r>
            <a:r>
              <a:rPr lang="en-US" altLang="zh-CN" b="1"/>
              <a:t>1246</a:t>
            </a:r>
            <a:r>
              <a:rPr lang="zh-CN" altLang="en-US" b="1"/>
              <a:t>）</a:t>
            </a:r>
            <a:endParaRPr lang="zh-CN" altLang="en-US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55" y="1647825"/>
            <a:ext cx="11140440" cy="44843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8355" y="969645"/>
            <a:ext cx="107613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输</a:t>
            </a:r>
            <a:r>
              <a:rPr lang="zh-CN" altLang="en-US" b="1"/>
              <a:t>入：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输入一共有一行，输入一个字符串，不超过100个字符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08355" y="429895"/>
            <a:ext cx="18395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题目四</a:t>
            </a:r>
            <a:r>
              <a:rPr lang="en-US" altLang="zh-CN" b="1"/>
              <a:t> </a:t>
            </a:r>
            <a:r>
              <a:rPr lang="zh-CN" altLang="en-US" b="1"/>
              <a:t>（</a:t>
            </a:r>
            <a:r>
              <a:rPr lang="en-US" altLang="zh-CN" b="1"/>
              <a:t>1246</a:t>
            </a:r>
            <a:r>
              <a:rPr lang="zh-CN" altLang="en-US" b="1"/>
              <a:t>）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808355" y="3397250"/>
            <a:ext cx="107613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样例输入：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abcdedcba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808355" y="4360545"/>
            <a:ext cx="1076134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样例输</a:t>
            </a:r>
            <a:r>
              <a:rPr lang="zh-CN" altLang="en-US" b="1"/>
              <a:t>出：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abcdedcba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True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808355" y="2015490"/>
            <a:ext cx="1076134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输</a:t>
            </a:r>
            <a:r>
              <a:rPr lang="zh-CN" altLang="en-US" b="1"/>
              <a:t>出：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输出有两行，第一部分是调用myStrCla类的strOut()函数输出字符串str，第二部分是调用myStrCla类的strIsPal()函数判断str 串是否是“回文串”,输出False或True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8355" y="969645"/>
            <a:ext cx="107613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题目描述：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08355" y="429895"/>
            <a:ext cx="18395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题目五</a:t>
            </a:r>
            <a:r>
              <a:rPr lang="en-US" altLang="zh-CN" b="1"/>
              <a:t> </a:t>
            </a:r>
            <a:r>
              <a:rPr lang="zh-CN" altLang="en-US" b="1"/>
              <a:t>（</a:t>
            </a:r>
            <a:r>
              <a:rPr lang="en-US" altLang="zh-CN" b="1"/>
              <a:t>1051</a:t>
            </a:r>
            <a:r>
              <a:rPr lang="zh-CN" altLang="en-US" b="1"/>
              <a:t>）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831215" y="1476375"/>
            <a:ext cx="1071626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/>
              <a:t>定义一个日期类Date,具有年、月、日数据成员，显示日期和加减天数的函数成员。显示日期函数用来打印手动输入设置的日期:</a:t>
            </a:r>
            <a:r>
              <a:rPr lang="en-US" altLang="zh-CN"/>
              <a:t> </a:t>
            </a:r>
            <a:r>
              <a:rPr lang="zh-CN" altLang="en-US"/>
              <a:t>加减日期是在此日期基础上独立的加减计算。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要求:</a:t>
            </a:r>
            <a:r>
              <a:rPr lang="en-US" altLang="zh-CN"/>
              <a:t> </a:t>
            </a:r>
            <a:r>
              <a:rPr lang="zh-CN" altLang="en-US"/>
              <a:t>自定义构造函数，可设置初始日期为任意合法时期。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注意:</a:t>
            </a:r>
            <a:r>
              <a:rPr lang="en-US" altLang="zh-CN"/>
              <a:t> </a:t>
            </a:r>
            <a:r>
              <a:rPr lang="zh-CN" altLang="en-US"/>
              <a:t>1)</a:t>
            </a:r>
            <a:r>
              <a:rPr lang="en-US" altLang="zh-CN"/>
              <a:t> </a:t>
            </a:r>
            <a:r>
              <a:rPr lang="zh-CN" altLang="en-US"/>
              <a:t>需要考虑闰年;</a:t>
            </a:r>
            <a:r>
              <a:rPr lang="en-US" altLang="zh-CN"/>
              <a:t> </a:t>
            </a:r>
            <a:r>
              <a:rPr lang="zh-CN" altLang="en-US"/>
              <a:t>2)</a:t>
            </a:r>
            <a:r>
              <a:rPr lang="en-US" altLang="zh-CN"/>
              <a:t> </a:t>
            </a:r>
            <a:r>
              <a:rPr lang="zh-CN" altLang="en-US"/>
              <a:t>年份为1900年至9999年，不测试边界值;</a:t>
            </a:r>
            <a:r>
              <a:rPr lang="en-US" altLang="zh-CN"/>
              <a:t> </a:t>
            </a:r>
            <a:r>
              <a:rPr lang="zh-CN" altLang="en-US"/>
              <a:t>3)</a:t>
            </a:r>
            <a:r>
              <a:rPr lang="en-US" altLang="zh-CN"/>
              <a:t> </a:t>
            </a:r>
            <a:r>
              <a:rPr lang="zh-CN" altLang="en-US"/>
              <a:t>加减天数为整数: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08355" y="3297555"/>
            <a:ext cx="5189220" cy="783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b="1"/>
              <a:t>输入：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年</a:t>
            </a:r>
            <a:r>
              <a:rPr lang="en-US" altLang="zh-CN"/>
              <a:t> </a:t>
            </a:r>
            <a:r>
              <a:rPr lang="zh-CN" altLang="en-US"/>
              <a:t>月</a:t>
            </a:r>
            <a:r>
              <a:rPr lang="en-US" altLang="zh-CN"/>
              <a:t> </a:t>
            </a:r>
            <a:r>
              <a:rPr lang="zh-CN" altLang="en-US"/>
              <a:t>日</a:t>
            </a:r>
            <a:r>
              <a:rPr lang="en-US" altLang="zh-CN"/>
              <a:t> </a:t>
            </a:r>
            <a:r>
              <a:rPr lang="zh-CN" altLang="en-US"/>
              <a:t>减少的天数</a:t>
            </a:r>
            <a:r>
              <a:rPr lang="en-US" altLang="zh-CN"/>
              <a:t> </a:t>
            </a:r>
            <a:r>
              <a:rPr lang="zh-CN" altLang="en-US"/>
              <a:t>增加的天数，彼此用空格分隔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08355" y="4211320"/>
            <a:ext cx="2468880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b="1"/>
              <a:t>输出：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日期格式输出</a:t>
            </a:r>
            <a:endParaRPr lang="zh-CN" altLang="en-US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当前设置日期</a:t>
            </a:r>
            <a:endParaRPr lang="zh-CN" altLang="en-US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计算减少天数后的日期</a:t>
            </a:r>
            <a:endParaRPr lang="zh-CN" altLang="en-US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计算增加天数后的日期</a:t>
            </a:r>
            <a:endParaRPr lang="zh-CN" altLang="en-US"/>
          </a:p>
          <a:p>
            <a:pPr algn="l"/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9338310" y="3287395"/>
            <a:ext cx="142875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b="1"/>
              <a:t>样例输入：</a:t>
            </a:r>
            <a:endParaRPr lang="zh-CN" altLang="en-US" b="1"/>
          </a:p>
          <a:p>
            <a:pPr fontAlgn="auto">
              <a:lnSpc>
                <a:spcPct val="150000"/>
              </a:lnSpc>
            </a:pPr>
            <a:r>
              <a:rPr lang="en-US" altLang="zh-CN"/>
              <a:t>2016 3 1 1 31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9389745" y="4492625"/>
            <a:ext cx="1325880" cy="18916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b="1"/>
              <a:t>样例输出：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en-US" altLang="zh-CN">
                <a:sym typeface="+mn-ea"/>
              </a:rPr>
              <a:t>2016-3-1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>
                <a:sym typeface="+mn-ea"/>
              </a:rPr>
              <a:t>2016-2-29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>
                <a:sym typeface="+mn-ea"/>
              </a:rPr>
              <a:t>2016-4-1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WIxMTkzYThiZmJmNWE3OWE2MzllMmIyYzIxOTIyOTQifQ=="/>
  <p:tag name="commondata" val="eyJoZGlkIjoiM2E0NDRkMGIxNmE1NDUzZDEyMDU2YzEwODdlOWMzNDg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1332</Words>
  <Application>WPS 演示</Application>
  <PresentationFormat>宽屏</PresentationFormat>
  <Paragraphs>114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上机课练习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yrx</dc:creator>
  <cp:lastModifiedBy>刘旭博</cp:lastModifiedBy>
  <cp:revision>8</cp:revision>
  <dcterms:created xsi:type="dcterms:W3CDTF">2025-03-12T05:02:00Z</dcterms:created>
  <dcterms:modified xsi:type="dcterms:W3CDTF">2025-03-12T08:10:35Z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D7877BFEDAB44910A892AA0ACD1257E6</vt:lpwstr>
  </property>
  <property fmtid="{D5CDD505-2E9C-101B-9397-08002B2CF9AE}" pid="3" name="KSOProductBuildVer">
    <vt:lpwstr>2052-12.1.0.17827</vt:lpwstr>
  </property>
</Properties>
</file>