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70" r:id="rId5"/>
    <p:sldId id="273" r:id="rId6"/>
    <p:sldId id="284" r:id="rId7"/>
    <p:sldId id="283" r:id="rId8"/>
    <p:sldId id="263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上机课</a:t>
            </a:r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 sz="3200"/>
              <a:t>2025.3.20</a:t>
            </a:r>
            <a:endParaRPr lang="en-US" altLang="zh-CN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r>
              <a:rPr lang="zh-CN" altLang="en-US">
                <a:sym typeface="+mn-ea"/>
              </a:rPr>
              <a:t>设计一个矩形类 Rectangle，包含私有成员变量 length（长）和 width（宽）。提供构造函数用于初始化矩形的长和宽，同时提供计算矩形面积和周长的成员函数。在 main 函数中创建 Rectangle 对象，输入长和宽，调用相应函数计算并输出矩形的面积和周长。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8355" y="2468245"/>
            <a:ext cx="7726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输入：</a:t>
            </a:r>
            <a:r>
              <a:rPr lang="zh-CN" altLang="en-US"/>
              <a:t>输入一行，包含两个正整数，分别表示矩形的长和宽，用空格分隔。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8355" y="2962910"/>
            <a:ext cx="704088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输出：</a:t>
            </a:r>
            <a:r>
              <a:rPr lang="zh-CN" altLang="en-US"/>
              <a:t>输出两行，第一行输出矩形的面积，第二行输出矩形的周长。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08355" y="3698240"/>
            <a:ext cx="1325880" cy="783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样例输入：</a:t>
            </a:r>
            <a:endParaRPr lang="zh-CN" altLang="en-US" b="1"/>
          </a:p>
          <a:p>
            <a:pPr fontAlgn="auto">
              <a:lnSpc>
                <a:spcPct val="150000"/>
              </a:lnSpc>
            </a:pPr>
            <a:r>
              <a:rPr lang="en-US" altLang="zh-CN"/>
              <a:t>5</a:t>
            </a:r>
            <a:r>
              <a:rPr lang="zh-CN" altLang="en-US"/>
              <a:t>，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08355" y="4669790"/>
            <a:ext cx="1325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样例输出：</a:t>
            </a:r>
            <a:endParaRPr lang="zh-CN" altLang="en-US" b="1"/>
          </a:p>
          <a:p>
            <a:pPr fontAlgn="auto">
              <a:lnSpc>
                <a:spcPct val="150000"/>
              </a:lnSpc>
            </a:pPr>
            <a:r>
              <a:rPr lang="en-US" altLang="zh-CN"/>
              <a:t>15</a:t>
            </a:r>
            <a:endParaRPr lang="en-US" altLang="zh-CN"/>
          </a:p>
          <a:p>
            <a:pPr fontAlgn="auto">
              <a:lnSpc>
                <a:spcPct val="150000"/>
              </a:lnSpc>
            </a:pPr>
            <a:r>
              <a:rPr lang="en-US" altLang="zh-CN"/>
              <a:t>16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724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题目一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881</a:t>
            </a:r>
            <a:r>
              <a:rPr lang="zh-CN" altLang="en-US" b="1"/>
              <a:t>）</a:t>
            </a:r>
            <a:endParaRPr lang="zh-C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969645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r>
              <a:rPr lang="zh-CN" altLang="en-US">
                <a:sym typeface="+mn-ea"/>
              </a:rPr>
              <a:t>设计一个矩形类 Rectangle，包含私有成员变量 length（长）和 width（宽）。提供构造函数用于初始化矩形的长和宽，同时提供计算矩形面积和周长的成员函数。在 main 函数中创建 Rectangle 对象，输入长和宽，调用相应函数计算并输出矩形的面积和周长。</a:t>
            </a: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8355" y="2468245"/>
            <a:ext cx="10554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输入：</a:t>
            </a:r>
            <a:r>
              <a:rPr lang="zh-CN" altLang="en-US"/>
              <a:t>第一行输入两个字符串，分别表示账号和账户持有人姓名。 接下来若干行，每行输入一个字符（D 或 W）和一个正浮点数，用空格分隔，分别表示操作类型和操作金额，以输入 END 结束。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71525" y="3550920"/>
            <a:ext cx="6355080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输出：</a:t>
            </a:r>
            <a:r>
              <a:rPr lang="zh-CN" altLang="en-US"/>
              <a:t>输出一行，显示账户的最终余额，结果保留两位小数。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4225" y="4217035"/>
            <a:ext cx="1361440" cy="216852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123456 John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D 1000.0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W 500.0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END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334260" y="4366895"/>
            <a:ext cx="1325880" cy="783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样例输出：</a:t>
            </a:r>
            <a:endParaRPr lang="zh-CN" altLang="en-US" b="1"/>
          </a:p>
          <a:p>
            <a:pPr fontAlgn="auto">
              <a:lnSpc>
                <a:spcPct val="150000"/>
              </a:lnSpc>
            </a:pPr>
            <a:r>
              <a:rPr lang="en-US" altLang="zh-CN"/>
              <a:t>500.00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724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题目二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882</a:t>
            </a:r>
            <a:r>
              <a:rPr lang="zh-CN" altLang="en-US" b="1"/>
              <a:t>）</a:t>
            </a:r>
            <a:endParaRPr lang="zh-C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798195"/>
            <a:ext cx="1076134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r>
              <a:rPr lang="zh-CN" altLang="en-US"/>
              <a:t>设计一个学生类 Student，包含私有成员变量 id（学生学号）、name（学生姓名）和 scores（一个包含三门课程成绩的数组）。提供构造函数来初始化学生的学号、姓名和成绩。同时，提供以下成员函数： getAverageScore()：计算该学生三门课程的平均成绩。 displayInfo()：输出学生的学号、姓名和平均成绩，格式为 ID: [学号], Name: [姓名], Average Score: [平均成绩]，平均成绩保留两位小数。 在 main 函数中，创建一个包含 n 个 Student 对象的数组（n 为输入的学生数量，1 ≤ n ≤ 100）。依次输入每个学生的学号、姓名和三门课程的成绩，然后计算并输出每个学生的平均成绩信息。最后，输出所有学生的平均成绩的总平均值，同样保留两位小数。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8355" y="4034790"/>
            <a:ext cx="10554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输入：</a:t>
            </a:r>
            <a:r>
              <a:rPr lang="zh-CN" altLang="en-US"/>
              <a:t>第一行输入一个正整数 n，表示学生的数量。 接下来的 n 行，每行输入一个字符串（学号）、一个字符串（姓名）和三个整数（三门课程的成绩），用空格分隔。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8355" y="5027930"/>
            <a:ext cx="10554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输出：</a:t>
            </a:r>
            <a:r>
              <a:rPr lang="zh-CN" altLang="en-US"/>
              <a:t>输出 n + 1 行，前 n 行按照 ID: [学号], Name: [姓名], Average Score: [平均成绩] 的格式输出每个学生的信息。最后一行输出所有学生平均成绩的总平均值，格式为 Overall Average Score: [总平均值]。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724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题目三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884</a:t>
            </a:r>
            <a:r>
              <a:rPr lang="zh-CN" altLang="en-US" b="1"/>
              <a:t>）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763270"/>
            <a:ext cx="187960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2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001 Tom 80 90 70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002 Jerry 85 95 75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08355" y="3199765"/>
            <a:ext cx="4097020" cy="1614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样例输出：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ID: 001, Name: Tom, Average Score: 80.00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ID: 002, Name: Jerry, Average Score: 85.00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Overall Average Score: 82.50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798195"/>
            <a:ext cx="10761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r>
              <a:rPr lang="zh-CN" altLang="en-US"/>
              <a:t>建立一个对象数组，内放4个学生的数据（学号 int、成绩 int），设立一个函数max()，用指向对象的指针作函数参数，在max函数中找出4个学生中成绩最高者，并输出其学号和成绩。如有相同最高成绩，输出所有符合的学号和成绩，顺序按照学号从小到大排列。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08355" y="2376805"/>
            <a:ext cx="105543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输入：</a:t>
            </a:r>
            <a:r>
              <a:rPr lang="zh-CN" altLang="en-US"/>
              <a:t>输入8个整数：学号1 成绩1 学号2 成绩2… 用空格分隔。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8355" y="3124200"/>
            <a:ext cx="105543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输出：</a:t>
            </a:r>
            <a:r>
              <a:rPr lang="zh-CN" altLang="en-US"/>
              <a:t>最高成绩和对应的学号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724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题目四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867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808355" y="3902075"/>
            <a:ext cx="2160905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3 100 2 90 4 78 5 100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808355" y="5050790"/>
            <a:ext cx="1325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样例输出：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3 100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5 100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8355" y="838200"/>
            <a:ext cx="107613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题目描述：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设计一个matrix类，并在其中重载：</a:t>
            </a:r>
            <a:endParaRPr lang="zh-CN" altLang="en-US"/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二元运算符“+”，“-”，“*”实现矩阵的加减乘；</a:t>
            </a:r>
            <a:endParaRPr lang="zh-CN" altLang="en-US"/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/>
              <a:t>重载“&lt;&lt;”实现矩阵的输出运算。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08355" y="429895"/>
            <a:ext cx="17240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题目五</a:t>
            </a:r>
            <a:r>
              <a:rPr lang="en-US" altLang="zh-CN" b="1"/>
              <a:t> </a:t>
            </a:r>
            <a:r>
              <a:rPr lang="zh-CN" altLang="en-US" b="1"/>
              <a:t>（</a:t>
            </a:r>
            <a:r>
              <a:rPr lang="en-US" altLang="zh-CN" b="1"/>
              <a:t>868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808355" y="2591435"/>
            <a:ext cx="105543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输入：</a:t>
            </a:r>
            <a:r>
              <a:rPr lang="zh-CN" altLang="en-US"/>
              <a:t>两个3*3矩阵，元素均为整数。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8355" y="3124200"/>
            <a:ext cx="10554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输出：</a:t>
            </a:r>
            <a:r>
              <a:rPr lang="zh-CN" altLang="en-US"/>
              <a:t>两个矩阵的加减乘运算后的结果，</a:t>
            </a:r>
            <a:endParaRPr lang="zh-CN" altLang="en-US"/>
          </a:p>
          <a:p>
            <a:pPr algn="l" fontAlgn="auto">
              <a:lnSpc>
                <a:spcPct val="150000"/>
              </a:lnSpc>
            </a:pPr>
            <a:r>
              <a:rPr lang="zh-CN" altLang="en-US"/>
              <a:t>数据之间有空格，行尾无空格，按行输出。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190230" y="2317115"/>
            <a:ext cx="170434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zh-CN" altLang="en-US" b="1"/>
              <a:t>样例输入：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1 2 3 4 5 6 7 8 9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1 2 3 0 1 2 -1 0 1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0397490" y="2376805"/>
            <a:ext cx="1325880" cy="41078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b="1"/>
              <a:t>样例输出：</a:t>
            </a:r>
            <a:endParaRPr lang="zh-CN" altLang="en-US" b="1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2 4 6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4 6 8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6 8 10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0 0 0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4 4 4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8 8 8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-2 4 10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-2 13 28</a:t>
            </a:r>
            <a:endParaRPr lang="en-US" altLang="zh-CN"/>
          </a:p>
          <a:p>
            <a:pPr algn="l" fontAlgn="auto">
              <a:lnSpc>
                <a:spcPct val="150000"/>
              </a:lnSpc>
            </a:pPr>
            <a:r>
              <a:rPr lang="en-US" altLang="zh-CN"/>
              <a:t>-2 22 46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liZjM0N2FlNmM0NjU3OGE3Zjg0ZTczNjFkNzdhM2UifQ=="/>
  <p:tag name="KSO_WPP_MARK_KEY" val="fc26007b-da64-4498-a0d1-99824813a7ef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WPS 演示</Application>
  <PresentationFormat>宽屏</PresentationFormat>
  <Paragraphs>96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Office 主题</vt:lpstr>
      <vt:lpstr>上机课练习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yrx</dc:creator>
  <cp:lastModifiedBy>L.Y.K.S</cp:lastModifiedBy>
  <cp:revision>18</cp:revision>
  <dcterms:created xsi:type="dcterms:W3CDTF">2025-03-12T05:02:00Z</dcterms:created>
  <dcterms:modified xsi:type="dcterms:W3CDTF">2025-03-20T03:25:39Z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D7877BFEDAB44910A892AA0ACD1257E6</vt:lpwstr>
  </property>
  <property fmtid="{D5CDD505-2E9C-101B-9397-08002B2CF9AE}" pid="3" name="KSOProductBuildVer">
    <vt:lpwstr>2052-11.1.0.12165</vt:lpwstr>
  </property>
</Properties>
</file>